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11"/>
  </p:notesMasterIdLst>
  <p:handoutMasterIdLst>
    <p:handoutMasterId r:id="rId15"/>
  </p:handoutMasterIdLst>
  <p:sldIdLst>
    <p:sldId id="547" r:id="rId3"/>
    <p:sldId id="548" r:id="rId4"/>
    <p:sldId id="500" r:id="rId5"/>
    <p:sldId id="648" r:id="rId6"/>
    <p:sldId id="530" r:id="rId7"/>
    <p:sldId id="495" r:id="rId8"/>
    <p:sldId id="496" r:id="rId9"/>
    <p:sldId id="499" r:id="rId10"/>
    <p:sldId id="501" r:id="rId12"/>
    <p:sldId id="552" r:id="rId13"/>
    <p:sldId id="6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4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33" autoAdjust="0"/>
    <p:restoredTop sz="92118" autoAdjust="0"/>
  </p:normalViewPr>
  <p:slideViewPr>
    <p:cSldViewPr snapToGrid="0">
      <p:cViewPr varScale="1">
        <p:scale>
          <a:sx n="49" d="100"/>
          <a:sy n="49" d="100"/>
        </p:scale>
        <p:origin x="72" y="1554"/>
      </p:cViewPr>
      <p:guideLst/>
    </p:cSldViewPr>
  </p:slideViewPr>
  <p:outlineViewPr>
    <p:cViewPr>
      <p:scale>
        <a:sx n="33" d="100"/>
        <a:sy n="33" d="100"/>
      </p:scale>
      <p:origin x="0" y="-446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88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A2EF79-9A75-414A-B896-74B0A09EACA1}" type="doc">
      <dgm:prSet loTypeId="urn:microsoft.com/office/officeart/2005/8/layout/cycle8" loCatId="cycle" qsTypeId="urn:microsoft.com/office/officeart/2005/8/quickstyle/simple5" qsCatId="simple" csTypeId="urn:microsoft.com/office/officeart/2005/8/colors/accent5_5" csCatId="accent5" phldr="1"/>
      <dgm:spPr/>
      <dgm:t>
        <a:bodyPr/>
        <a:lstStyle/>
        <a:p>
          <a:endParaRPr lang="zh-TW" altLang="en-US"/>
        </a:p>
      </dgm:t>
    </dgm:pt>
    <dgm:pt modelId="{C69ED799-AECD-4FD7-9AF5-3AB0FDD01706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開始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新的遊戲</a:t>
          </a:r>
        </a:p>
      </dgm:t>
    </dgm:pt>
    <dgm:pt modelId="{7E76CE1C-FD63-485D-9B3E-5E642323F6AE}" cxnId="{D344922F-89C6-4659-9DB7-C8191E0451D2}" type="par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F6A03BC-1C8A-479E-BE83-7BF48AFF27DC}" cxnId="{D344922F-89C6-4659-9DB7-C8191E0451D2}" type="sib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779BA61-506B-4AAA-90EB-3AFC0888CA00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決定出場角色與要攜帶技能卡</a:t>
          </a:r>
        </a:p>
      </dgm:t>
    </dgm:pt>
    <dgm:pt modelId="{69B113F6-576E-40AF-AF6C-E0AEB2BB9210}" cxnId="{DDD9559C-B4E0-4815-AECF-7D612A91E4AC}" type="par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373DE8EB-493A-4A79-9F33-1752715C53BE}" cxnId="{DDD9559C-B4E0-4815-AECF-7D612A91E4AC}" type="sib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DD14FC7-2880-4138-878F-A5D257352489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決定劇本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地圖</a:t>
          </a: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</a:p>
      </dgm:t>
    </dgm:pt>
    <dgm:pt modelId="{4A3F739D-A385-46F6-8EB6-7409B8ABCD04}" cxnId="{6C0DF0C7-C5FD-4487-BD3F-E87B3802942E}" type="par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4890743-7077-4D3D-B044-D1EB9560084E}" cxnId="{6C0DF0C7-C5FD-4487-BD3F-E87B3802942E}" type="sib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6AD4D0E-06BC-458D-9B9B-F4E8443585C9}">
      <dgm:prSet phldrT="[文字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選擇角色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起始位置</a:t>
          </a:r>
        </a:p>
      </dgm:t>
    </dgm:pt>
    <dgm:pt modelId="{7E992093-8D41-4B91-8F01-F525B5C04AA4}" cxnId="{9F681A9F-3A09-40A7-993D-8B7A0C1CFB84}" type="par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19BEB7B-DED6-4F4B-A5DF-C4F4D6A9CBBE}" cxnId="{9F681A9F-3A09-40A7-993D-8B7A0C1CFB84}" type="sib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8025E69-EE5C-404D-80E8-AA0C02B31786}">
      <dgm:prSet phldrT="[文字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進行遊戲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以輪進行</a:t>
          </a:r>
          <a:r>
            <a:rPr lang="en-US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2DDD339-D0F9-4C03-9011-AC7198C9FF30}" cxnId="{EF588437-9473-4F45-82DB-2473476120C4}" type="par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28B8F8A-D375-4913-9989-74FF1E68AE0B}" cxnId="{EF588437-9473-4F45-82DB-2473476120C4}" type="sibTrans">
      <dgm:prSet/>
      <dgm:spPr/>
      <dgm:t>
        <a:bodyPr/>
        <a:lstStyle/>
        <a:p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F8BE9B1-A622-4222-AAE1-F82099B14033}" type="pres">
      <dgm:prSet presAssocID="{B5A2EF79-9A75-414A-B896-74B0A09EACA1}" presName="compositeShape" presStyleCnt="0">
        <dgm:presLayoutVars>
          <dgm:chMax val="7"/>
          <dgm:dir/>
          <dgm:resizeHandles val="exact"/>
        </dgm:presLayoutVars>
      </dgm:prSet>
      <dgm:spPr/>
    </dgm:pt>
    <dgm:pt modelId="{B37FD886-4111-4275-AEB7-422564C89554}" type="pres">
      <dgm:prSet presAssocID="{B5A2EF79-9A75-414A-B896-74B0A09EACA1}" presName="wedge1" presStyleLbl="node1" presStyleIdx="0" presStyleCnt="5"/>
      <dgm:spPr/>
    </dgm:pt>
    <dgm:pt modelId="{F1B86429-B497-48C1-AFA9-17D46B38CD8D}" type="pres">
      <dgm:prSet presAssocID="{B5A2EF79-9A75-414A-B896-74B0A09EACA1}" presName="dummy1a" presStyleCnt="0"/>
      <dgm:spPr/>
    </dgm:pt>
    <dgm:pt modelId="{5C32A193-9822-47E5-8F90-1D3F2F1A4F0B}" type="pres">
      <dgm:prSet presAssocID="{B5A2EF79-9A75-414A-B896-74B0A09EACA1}" presName="dummy1b" presStyleCnt="0"/>
      <dgm:spPr/>
    </dgm:pt>
    <dgm:pt modelId="{120DCC64-5743-4300-88D2-C7B59572A971}" type="pres">
      <dgm:prSet presAssocID="{B5A2EF79-9A75-414A-B896-74B0A09EACA1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9F77339-C2F9-4711-9D8E-55EC93BD159B}" type="pres">
      <dgm:prSet presAssocID="{B5A2EF79-9A75-414A-B896-74B0A09EACA1}" presName="wedge2" presStyleLbl="node1" presStyleIdx="1" presStyleCnt="5"/>
      <dgm:spPr/>
    </dgm:pt>
    <dgm:pt modelId="{AFF3E75F-309D-432C-A016-4ED359071751}" type="pres">
      <dgm:prSet presAssocID="{B5A2EF79-9A75-414A-B896-74B0A09EACA1}" presName="dummy2a" presStyleCnt="0"/>
      <dgm:spPr/>
    </dgm:pt>
    <dgm:pt modelId="{E444A05D-F640-47EE-B991-EE73DCFA67E2}" type="pres">
      <dgm:prSet presAssocID="{B5A2EF79-9A75-414A-B896-74B0A09EACA1}" presName="dummy2b" presStyleCnt="0"/>
      <dgm:spPr/>
    </dgm:pt>
    <dgm:pt modelId="{551DDE65-B5D5-4B67-AD3F-1EE5345F1606}" type="pres">
      <dgm:prSet presAssocID="{B5A2EF79-9A75-414A-B896-74B0A09EACA1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10125B8-15EC-4468-B380-417F0E0CFA22}" type="pres">
      <dgm:prSet presAssocID="{B5A2EF79-9A75-414A-B896-74B0A09EACA1}" presName="wedge3" presStyleLbl="node1" presStyleIdx="2" presStyleCnt="5"/>
      <dgm:spPr/>
    </dgm:pt>
    <dgm:pt modelId="{E896F3D5-764A-4DE3-976B-C0C73B64CCB0}" type="pres">
      <dgm:prSet presAssocID="{B5A2EF79-9A75-414A-B896-74B0A09EACA1}" presName="dummy3a" presStyleCnt="0"/>
      <dgm:spPr/>
    </dgm:pt>
    <dgm:pt modelId="{27231D62-E601-408A-AABB-773FD425030D}" type="pres">
      <dgm:prSet presAssocID="{B5A2EF79-9A75-414A-B896-74B0A09EACA1}" presName="dummy3b" presStyleCnt="0"/>
      <dgm:spPr/>
    </dgm:pt>
    <dgm:pt modelId="{1212951C-E71B-4609-8A25-B2065982141F}" type="pres">
      <dgm:prSet presAssocID="{B5A2EF79-9A75-414A-B896-74B0A09EACA1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91B91C7-A391-43C8-8583-814FF234C7F5}" type="pres">
      <dgm:prSet presAssocID="{B5A2EF79-9A75-414A-B896-74B0A09EACA1}" presName="wedge4" presStyleLbl="node1" presStyleIdx="3" presStyleCnt="5"/>
      <dgm:spPr/>
    </dgm:pt>
    <dgm:pt modelId="{86DECB3C-C608-4E29-B99F-1EE73D6ED831}" type="pres">
      <dgm:prSet presAssocID="{B5A2EF79-9A75-414A-B896-74B0A09EACA1}" presName="dummy4a" presStyleCnt="0"/>
      <dgm:spPr/>
    </dgm:pt>
    <dgm:pt modelId="{4F4B10BC-AC80-4BD1-857C-A8444A342AA2}" type="pres">
      <dgm:prSet presAssocID="{B5A2EF79-9A75-414A-B896-74B0A09EACA1}" presName="dummy4b" presStyleCnt="0"/>
      <dgm:spPr/>
    </dgm:pt>
    <dgm:pt modelId="{D65BE09E-31C1-4B93-B549-4DDA7FE5003B}" type="pres">
      <dgm:prSet presAssocID="{B5A2EF79-9A75-414A-B896-74B0A09EACA1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894ECB0-081C-4D76-8D8E-E90CF608B8CE}" type="pres">
      <dgm:prSet presAssocID="{B5A2EF79-9A75-414A-B896-74B0A09EACA1}" presName="wedge5" presStyleLbl="node1" presStyleIdx="4" presStyleCnt="5"/>
      <dgm:spPr/>
    </dgm:pt>
    <dgm:pt modelId="{3594342C-D4DC-4D59-B5BB-631E8210DF2E}" type="pres">
      <dgm:prSet presAssocID="{B5A2EF79-9A75-414A-B896-74B0A09EACA1}" presName="dummy5a" presStyleCnt="0"/>
      <dgm:spPr/>
    </dgm:pt>
    <dgm:pt modelId="{6CFD05A9-8F45-4E4E-8AC9-EF6A18C65CF1}" type="pres">
      <dgm:prSet presAssocID="{B5A2EF79-9A75-414A-B896-74B0A09EACA1}" presName="dummy5b" presStyleCnt="0"/>
      <dgm:spPr/>
    </dgm:pt>
    <dgm:pt modelId="{14FAE4EF-E594-43A4-B625-CC421970D61F}" type="pres">
      <dgm:prSet presAssocID="{B5A2EF79-9A75-414A-B896-74B0A09EACA1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49A6F9DA-0C39-4898-BE29-86F4C7FB2870}" type="pres">
      <dgm:prSet presAssocID="{5F6A03BC-1C8A-479E-BE83-7BF48AFF27DC}" presName="arrowWedge1" presStyleLbl="fgSibTrans2D1" presStyleIdx="0" presStyleCnt="5"/>
      <dgm:spPr/>
    </dgm:pt>
    <dgm:pt modelId="{D91A8420-BA8D-4578-B0D6-9A96AA4BADF3}" type="pres">
      <dgm:prSet presAssocID="{373DE8EB-493A-4A79-9F33-1752715C53BE}" presName="arrowWedge2" presStyleLbl="fgSibTrans2D1" presStyleIdx="1" presStyleCnt="5"/>
      <dgm:spPr/>
    </dgm:pt>
    <dgm:pt modelId="{B92D6233-035B-4C1C-AA81-63C6AB81C285}" type="pres">
      <dgm:prSet presAssocID="{F4890743-7077-4D3D-B044-D1EB9560084E}" presName="arrowWedge3" presStyleLbl="fgSibTrans2D1" presStyleIdx="2" presStyleCnt="5"/>
      <dgm:spPr/>
    </dgm:pt>
    <dgm:pt modelId="{C85FF2A1-1722-4A43-85F4-B56C81693673}" type="pres">
      <dgm:prSet presAssocID="{519BEB7B-DED6-4F4B-A5DF-C4F4D6A9CBBE}" presName="arrowWedge4" presStyleLbl="fgSibTrans2D1" presStyleIdx="3" presStyleCnt="5"/>
      <dgm:spPr/>
    </dgm:pt>
    <dgm:pt modelId="{59DA8AC9-5E12-40C7-BCBC-F77BD60D7C66}" type="pres">
      <dgm:prSet presAssocID="{028B8F8A-D375-4913-9989-74FF1E68AE0B}" presName="arrowWedge5" presStyleLbl="fgSibTrans2D1" presStyleIdx="4" presStyleCnt="5"/>
      <dgm:spPr/>
    </dgm:pt>
  </dgm:ptLst>
  <dgm:cxnLst>
    <dgm:cxn modelId="{9C5E3F03-8686-439E-A4CF-F7C6CA7E59A5}" type="presOf" srcId="{0779BA61-506B-4AAA-90EB-3AFC0888CA00}" destId="{B9F77339-C2F9-4711-9D8E-55EC93BD159B}" srcOrd="0" destOrd="0" presId="urn:microsoft.com/office/officeart/2005/8/layout/cycle8"/>
    <dgm:cxn modelId="{A1607714-4781-4066-AE8F-3C69C78B6ECC}" type="presOf" srcId="{88025E69-EE5C-404D-80E8-AA0C02B31786}" destId="{0894ECB0-081C-4D76-8D8E-E90CF608B8CE}" srcOrd="0" destOrd="0" presId="urn:microsoft.com/office/officeart/2005/8/layout/cycle8"/>
    <dgm:cxn modelId="{D344922F-89C6-4659-9DB7-C8191E0451D2}" srcId="{B5A2EF79-9A75-414A-B896-74B0A09EACA1}" destId="{C69ED799-AECD-4FD7-9AF5-3AB0FDD01706}" srcOrd="0" destOrd="0" parTransId="{7E76CE1C-FD63-485D-9B3E-5E642323F6AE}" sibTransId="{5F6A03BC-1C8A-479E-BE83-7BF48AFF27DC}"/>
    <dgm:cxn modelId="{EF588437-9473-4F45-82DB-2473476120C4}" srcId="{B5A2EF79-9A75-414A-B896-74B0A09EACA1}" destId="{88025E69-EE5C-404D-80E8-AA0C02B31786}" srcOrd="4" destOrd="0" parTransId="{32DDD339-D0F9-4C03-9011-AC7198C9FF30}" sibTransId="{028B8F8A-D375-4913-9989-74FF1E68AE0B}"/>
    <dgm:cxn modelId="{5F04983B-97A1-4F19-BBA5-712CCF801C10}" type="presOf" srcId="{88025E69-EE5C-404D-80E8-AA0C02B31786}" destId="{14FAE4EF-E594-43A4-B625-CC421970D61F}" srcOrd="1" destOrd="0" presId="urn:microsoft.com/office/officeart/2005/8/layout/cycle8"/>
    <dgm:cxn modelId="{7AF3D03B-FF02-41C4-A346-034989039063}" type="presOf" srcId="{5DD14FC7-2880-4138-878F-A5D257352489}" destId="{1212951C-E71B-4609-8A25-B2065982141F}" srcOrd="1" destOrd="0" presId="urn:microsoft.com/office/officeart/2005/8/layout/cycle8"/>
    <dgm:cxn modelId="{94436A3D-5D34-44BF-8492-DA6363D624DC}" type="presOf" srcId="{16AD4D0E-06BC-458D-9B9B-F4E8443585C9}" destId="{191B91C7-A391-43C8-8583-814FF234C7F5}" srcOrd="0" destOrd="0" presId="urn:microsoft.com/office/officeart/2005/8/layout/cycle8"/>
    <dgm:cxn modelId="{69EB4D87-007D-4F1C-AAE6-1260199FDB79}" type="presOf" srcId="{C69ED799-AECD-4FD7-9AF5-3AB0FDD01706}" destId="{120DCC64-5743-4300-88D2-C7B59572A971}" srcOrd="1" destOrd="0" presId="urn:microsoft.com/office/officeart/2005/8/layout/cycle8"/>
    <dgm:cxn modelId="{694E3395-676B-4253-9E6A-429168579B80}" type="presOf" srcId="{0779BA61-506B-4AAA-90EB-3AFC0888CA00}" destId="{551DDE65-B5D5-4B67-AD3F-1EE5345F1606}" srcOrd="1" destOrd="0" presId="urn:microsoft.com/office/officeart/2005/8/layout/cycle8"/>
    <dgm:cxn modelId="{26173D99-DDB1-4420-A1BF-EE7F6C83C36C}" type="presOf" srcId="{C69ED799-AECD-4FD7-9AF5-3AB0FDD01706}" destId="{B37FD886-4111-4275-AEB7-422564C89554}" srcOrd="0" destOrd="0" presId="urn:microsoft.com/office/officeart/2005/8/layout/cycle8"/>
    <dgm:cxn modelId="{DDD9559C-B4E0-4815-AECF-7D612A91E4AC}" srcId="{B5A2EF79-9A75-414A-B896-74B0A09EACA1}" destId="{0779BA61-506B-4AAA-90EB-3AFC0888CA00}" srcOrd="1" destOrd="0" parTransId="{69B113F6-576E-40AF-AF6C-E0AEB2BB9210}" sibTransId="{373DE8EB-493A-4A79-9F33-1752715C53BE}"/>
    <dgm:cxn modelId="{9F681A9F-3A09-40A7-993D-8B7A0C1CFB84}" srcId="{B5A2EF79-9A75-414A-B896-74B0A09EACA1}" destId="{16AD4D0E-06BC-458D-9B9B-F4E8443585C9}" srcOrd="3" destOrd="0" parTransId="{7E992093-8D41-4B91-8F01-F525B5C04AA4}" sibTransId="{519BEB7B-DED6-4F4B-A5DF-C4F4D6A9CBBE}"/>
    <dgm:cxn modelId="{9A32F3A9-7530-47F3-8931-BBA7823D19F9}" type="presOf" srcId="{B5A2EF79-9A75-414A-B896-74B0A09EACA1}" destId="{2F8BE9B1-A622-4222-AAE1-F82099B14033}" srcOrd="0" destOrd="0" presId="urn:microsoft.com/office/officeart/2005/8/layout/cycle8"/>
    <dgm:cxn modelId="{05DEC7B3-B736-4053-83CD-49995B77EE3B}" type="presOf" srcId="{5DD14FC7-2880-4138-878F-A5D257352489}" destId="{F10125B8-15EC-4468-B380-417F0E0CFA22}" srcOrd="0" destOrd="0" presId="urn:microsoft.com/office/officeart/2005/8/layout/cycle8"/>
    <dgm:cxn modelId="{6C0DF0C7-C5FD-4487-BD3F-E87B3802942E}" srcId="{B5A2EF79-9A75-414A-B896-74B0A09EACA1}" destId="{5DD14FC7-2880-4138-878F-A5D257352489}" srcOrd="2" destOrd="0" parTransId="{4A3F739D-A385-46F6-8EB6-7409B8ABCD04}" sibTransId="{F4890743-7077-4D3D-B044-D1EB9560084E}"/>
    <dgm:cxn modelId="{461BEBF7-423C-4525-9196-7C73DD3814F5}" type="presOf" srcId="{16AD4D0E-06BC-458D-9B9B-F4E8443585C9}" destId="{D65BE09E-31C1-4B93-B549-4DDA7FE5003B}" srcOrd="1" destOrd="0" presId="urn:microsoft.com/office/officeart/2005/8/layout/cycle8"/>
    <dgm:cxn modelId="{42DD0FA7-44DB-4DFA-9871-1F66F6EBEE3D}" type="presParOf" srcId="{2F8BE9B1-A622-4222-AAE1-F82099B14033}" destId="{B37FD886-4111-4275-AEB7-422564C89554}" srcOrd="0" destOrd="0" presId="urn:microsoft.com/office/officeart/2005/8/layout/cycle8"/>
    <dgm:cxn modelId="{088D413A-DC33-4112-B9ED-174E6D1D461E}" type="presParOf" srcId="{2F8BE9B1-A622-4222-AAE1-F82099B14033}" destId="{F1B86429-B497-48C1-AFA9-17D46B38CD8D}" srcOrd="1" destOrd="0" presId="urn:microsoft.com/office/officeart/2005/8/layout/cycle8"/>
    <dgm:cxn modelId="{BC9E4446-5B96-4B42-BE79-CE9AE8C9240C}" type="presParOf" srcId="{2F8BE9B1-A622-4222-AAE1-F82099B14033}" destId="{5C32A193-9822-47E5-8F90-1D3F2F1A4F0B}" srcOrd="2" destOrd="0" presId="urn:microsoft.com/office/officeart/2005/8/layout/cycle8"/>
    <dgm:cxn modelId="{D128225A-B769-4983-92B7-76DE4184E224}" type="presParOf" srcId="{2F8BE9B1-A622-4222-AAE1-F82099B14033}" destId="{120DCC64-5743-4300-88D2-C7B59572A971}" srcOrd="3" destOrd="0" presId="urn:microsoft.com/office/officeart/2005/8/layout/cycle8"/>
    <dgm:cxn modelId="{F6640635-7ACF-4443-8E7B-3045A6250BE2}" type="presParOf" srcId="{2F8BE9B1-A622-4222-AAE1-F82099B14033}" destId="{B9F77339-C2F9-4711-9D8E-55EC93BD159B}" srcOrd="4" destOrd="0" presId="urn:microsoft.com/office/officeart/2005/8/layout/cycle8"/>
    <dgm:cxn modelId="{DD874E4B-E130-4B15-A978-9F5E6C1D309F}" type="presParOf" srcId="{2F8BE9B1-A622-4222-AAE1-F82099B14033}" destId="{AFF3E75F-309D-432C-A016-4ED359071751}" srcOrd="5" destOrd="0" presId="urn:microsoft.com/office/officeart/2005/8/layout/cycle8"/>
    <dgm:cxn modelId="{5B7BD847-6F98-4215-B4D7-397EEDBE1C98}" type="presParOf" srcId="{2F8BE9B1-A622-4222-AAE1-F82099B14033}" destId="{E444A05D-F640-47EE-B991-EE73DCFA67E2}" srcOrd="6" destOrd="0" presId="urn:microsoft.com/office/officeart/2005/8/layout/cycle8"/>
    <dgm:cxn modelId="{A087B79B-E10C-4B79-AA27-512BFAD090D5}" type="presParOf" srcId="{2F8BE9B1-A622-4222-AAE1-F82099B14033}" destId="{551DDE65-B5D5-4B67-AD3F-1EE5345F1606}" srcOrd="7" destOrd="0" presId="urn:microsoft.com/office/officeart/2005/8/layout/cycle8"/>
    <dgm:cxn modelId="{28ADF0C2-7E58-4BDF-95AF-2F407B5E03D8}" type="presParOf" srcId="{2F8BE9B1-A622-4222-AAE1-F82099B14033}" destId="{F10125B8-15EC-4468-B380-417F0E0CFA22}" srcOrd="8" destOrd="0" presId="urn:microsoft.com/office/officeart/2005/8/layout/cycle8"/>
    <dgm:cxn modelId="{467E42DA-5315-49BC-B917-7B1371C2B50D}" type="presParOf" srcId="{2F8BE9B1-A622-4222-AAE1-F82099B14033}" destId="{E896F3D5-764A-4DE3-976B-C0C73B64CCB0}" srcOrd="9" destOrd="0" presId="urn:microsoft.com/office/officeart/2005/8/layout/cycle8"/>
    <dgm:cxn modelId="{9AE589A0-9DBD-4357-A1BD-A210A99E622E}" type="presParOf" srcId="{2F8BE9B1-A622-4222-AAE1-F82099B14033}" destId="{27231D62-E601-408A-AABB-773FD425030D}" srcOrd="10" destOrd="0" presId="urn:microsoft.com/office/officeart/2005/8/layout/cycle8"/>
    <dgm:cxn modelId="{0111C89C-9E6D-4DEF-B1AF-C4D193F1034E}" type="presParOf" srcId="{2F8BE9B1-A622-4222-AAE1-F82099B14033}" destId="{1212951C-E71B-4609-8A25-B2065982141F}" srcOrd="11" destOrd="0" presId="urn:microsoft.com/office/officeart/2005/8/layout/cycle8"/>
    <dgm:cxn modelId="{50BB3D11-3B56-4971-BB96-67A1994CCE28}" type="presParOf" srcId="{2F8BE9B1-A622-4222-AAE1-F82099B14033}" destId="{191B91C7-A391-43C8-8583-814FF234C7F5}" srcOrd="12" destOrd="0" presId="urn:microsoft.com/office/officeart/2005/8/layout/cycle8"/>
    <dgm:cxn modelId="{BBBEDC51-0C97-4109-9A8F-194F4101BFE0}" type="presParOf" srcId="{2F8BE9B1-A622-4222-AAE1-F82099B14033}" destId="{86DECB3C-C608-4E29-B99F-1EE73D6ED831}" srcOrd="13" destOrd="0" presId="urn:microsoft.com/office/officeart/2005/8/layout/cycle8"/>
    <dgm:cxn modelId="{96D95599-B943-4FC3-BB32-701874B14D33}" type="presParOf" srcId="{2F8BE9B1-A622-4222-AAE1-F82099B14033}" destId="{4F4B10BC-AC80-4BD1-857C-A8444A342AA2}" srcOrd="14" destOrd="0" presId="urn:microsoft.com/office/officeart/2005/8/layout/cycle8"/>
    <dgm:cxn modelId="{887AF127-4826-463E-BD03-D6A443337145}" type="presParOf" srcId="{2F8BE9B1-A622-4222-AAE1-F82099B14033}" destId="{D65BE09E-31C1-4B93-B549-4DDA7FE5003B}" srcOrd="15" destOrd="0" presId="urn:microsoft.com/office/officeart/2005/8/layout/cycle8"/>
    <dgm:cxn modelId="{008475E7-FFE0-4FE3-9858-0D434FE09460}" type="presParOf" srcId="{2F8BE9B1-A622-4222-AAE1-F82099B14033}" destId="{0894ECB0-081C-4D76-8D8E-E90CF608B8CE}" srcOrd="16" destOrd="0" presId="urn:microsoft.com/office/officeart/2005/8/layout/cycle8"/>
    <dgm:cxn modelId="{2FD55AFD-0FD2-4977-87B9-DAC206481357}" type="presParOf" srcId="{2F8BE9B1-A622-4222-AAE1-F82099B14033}" destId="{3594342C-D4DC-4D59-B5BB-631E8210DF2E}" srcOrd="17" destOrd="0" presId="urn:microsoft.com/office/officeart/2005/8/layout/cycle8"/>
    <dgm:cxn modelId="{6660066F-7BED-421D-AA11-B17FAA406F9B}" type="presParOf" srcId="{2F8BE9B1-A622-4222-AAE1-F82099B14033}" destId="{6CFD05A9-8F45-4E4E-8AC9-EF6A18C65CF1}" srcOrd="18" destOrd="0" presId="urn:microsoft.com/office/officeart/2005/8/layout/cycle8"/>
    <dgm:cxn modelId="{80F045FA-4FB4-4AB9-BAFB-1C2A0A2E41D8}" type="presParOf" srcId="{2F8BE9B1-A622-4222-AAE1-F82099B14033}" destId="{14FAE4EF-E594-43A4-B625-CC421970D61F}" srcOrd="19" destOrd="0" presId="urn:microsoft.com/office/officeart/2005/8/layout/cycle8"/>
    <dgm:cxn modelId="{696AFB13-2AA7-41B3-8063-D19438D820EF}" type="presParOf" srcId="{2F8BE9B1-A622-4222-AAE1-F82099B14033}" destId="{49A6F9DA-0C39-4898-BE29-86F4C7FB2870}" srcOrd="20" destOrd="0" presId="urn:microsoft.com/office/officeart/2005/8/layout/cycle8"/>
    <dgm:cxn modelId="{A6324373-B2B2-4FAF-A20C-E9A83AED58D9}" type="presParOf" srcId="{2F8BE9B1-A622-4222-AAE1-F82099B14033}" destId="{D91A8420-BA8D-4578-B0D6-9A96AA4BADF3}" srcOrd="21" destOrd="0" presId="urn:microsoft.com/office/officeart/2005/8/layout/cycle8"/>
    <dgm:cxn modelId="{9A5CCA2B-9B5A-4EE6-8DDB-7A56AB333CE2}" type="presParOf" srcId="{2F8BE9B1-A622-4222-AAE1-F82099B14033}" destId="{B92D6233-035B-4C1C-AA81-63C6AB81C285}" srcOrd="22" destOrd="0" presId="urn:microsoft.com/office/officeart/2005/8/layout/cycle8"/>
    <dgm:cxn modelId="{3CF6B53C-F588-42E8-A989-D0DC140779A0}" type="presParOf" srcId="{2F8BE9B1-A622-4222-AAE1-F82099B14033}" destId="{C85FF2A1-1722-4A43-85F4-B56C81693673}" srcOrd="23" destOrd="0" presId="urn:microsoft.com/office/officeart/2005/8/layout/cycle8"/>
    <dgm:cxn modelId="{1231633D-A09B-4B55-ABD7-A8077B06B10A}" type="presParOf" srcId="{2F8BE9B1-A622-4222-AAE1-F82099B14033}" destId="{59DA8AC9-5E12-40C7-BCBC-F77BD60D7C66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3F49F5-05B4-4C4E-8C80-F9D404487011}" type="doc">
      <dgm:prSet loTypeId="urn:microsoft.com/office/officeart/2005/8/layout/process5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zh-TW" altLang="en-US"/>
        </a:p>
      </dgm:t>
    </dgm:pt>
    <dgm:pt modelId="{46FD9789-F80A-4554-B7C9-2E82A799074A}">
      <dgm:prSet phldrT="[文字]"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1.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角色出兩張手牌並決定敏捷值或</a:t>
          </a:r>
          <a:br>
            <a:rPr lang="en-US" altLang="zh-TW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長休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特殊動作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5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BA67484-2D8B-46DA-A4C5-DD1B9B2B3DC7}" cxnId="{ED00911C-72EE-4161-B350-54A87DB61668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2F2A604-C980-4A7A-87D8-EA7E685E0266}" cxnId="{ED00911C-72EE-4161-B350-54A87DB61668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98AF4B9-A869-47C6-8AF2-099357E2A0A9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>
            <a:alpha val="50000"/>
          </a:schemeClr>
        </a:solidFill>
        <a:ln>
          <a:noFill/>
        </a:ln>
      </dgm:spPr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2.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怪物準備階段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為所有已出現的怪物種類翻一張行動卡</a:t>
          </a:r>
        </a:p>
      </dgm:t>
    </dgm:pt>
    <dgm:pt modelId="{2FCC4B0D-8FD7-4689-9FF2-00684E48AACB}" cxnId="{DAB80354-9816-41CD-9626-0A06C8DB133E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6A96FB0-A169-45AE-A8E1-7203D8CD868E}" cxnId="{DAB80354-9816-41CD-9626-0A06C8DB133E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6613525-9074-447E-85BC-A1FA74B2E9A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>
            <a:alpha val="50000"/>
          </a:schemeClr>
        </a:solidFill>
        <a:ln>
          <a:noFill/>
        </a:ln>
      </dgm:spPr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3.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動作執行階段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15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並依照角色與怪物的敏捷值決定所有人行動的先後順序</a:t>
          </a:r>
          <a:br>
            <a:rPr lang="en-US" altLang="zh-TW" sz="15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5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依照敏捷值由小的開始先動作</a:t>
          </a:r>
          <a:endParaRPr lang="zh-TW" altLang="en-US" sz="15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DF0F301-CEA4-41AE-B781-5F5211DC67C0}" cxnId="{DD30444C-5223-452E-88C1-1651628B0A13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580E61D-19F8-43C9-B360-B5A9ABEB9975}" cxnId="{DD30444C-5223-452E-88C1-1651628B0A13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E279333-77C4-4A9A-9C3E-93B01F7FA3F4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>
            <a:alpha val="50000"/>
          </a:schemeClr>
        </a:solidFill>
        <a:ln>
          <a:noFill/>
        </a:ln>
      </dgm:spPr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4.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回合結算階段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2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所有人執行完動作後進行結束計算</a:t>
          </a:r>
        </a:p>
      </dgm:t>
    </dgm:pt>
    <dgm:pt modelId="{45320EAC-AEDC-4FA5-8F35-40C8A9A6BC65}" cxnId="{C31B91FB-D017-49AA-AC81-BE41F881E179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9B28C0E-6EE2-4DEE-AFA4-B9BCC3BF7CF1}" cxnId="{C31B91FB-D017-49AA-AC81-BE41F881E179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63EAF60-6B40-472B-8820-C60E3CFD779E}" type="pres">
      <dgm:prSet presAssocID="{8C3F49F5-05B4-4C4E-8C80-F9D404487011}" presName="diagram" presStyleCnt="0">
        <dgm:presLayoutVars>
          <dgm:dir/>
          <dgm:resizeHandles val="exact"/>
        </dgm:presLayoutVars>
      </dgm:prSet>
      <dgm:spPr/>
    </dgm:pt>
    <dgm:pt modelId="{DB1B28CC-3994-4CB6-B1AA-304187929AB5}" type="pres">
      <dgm:prSet presAssocID="{46FD9789-F80A-4554-B7C9-2E82A799074A}" presName="node" presStyleLbl="node1" presStyleIdx="0" presStyleCnt="4">
        <dgm:presLayoutVars>
          <dgm:bulletEnabled val="1"/>
        </dgm:presLayoutVars>
      </dgm:prSet>
      <dgm:spPr/>
    </dgm:pt>
    <dgm:pt modelId="{1992432F-9A12-47B5-AC46-14697353FC27}" type="pres">
      <dgm:prSet presAssocID="{D2F2A604-C980-4A7A-87D8-EA7E685E0266}" presName="sibTrans" presStyleLbl="sibTrans2D1" presStyleIdx="0" presStyleCnt="3"/>
      <dgm:spPr/>
    </dgm:pt>
    <dgm:pt modelId="{781BFAC5-1DB4-4656-AF2D-6D0DBCB81FA3}" type="pres">
      <dgm:prSet presAssocID="{D2F2A604-C980-4A7A-87D8-EA7E685E0266}" presName="connectorText" presStyleLbl="sibTrans2D1" presStyleIdx="0" presStyleCnt="3"/>
      <dgm:spPr/>
    </dgm:pt>
    <dgm:pt modelId="{42D5E32F-31AE-4103-AAE5-A8B90E61BFF7}" type="pres">
      <dgm:prSet presAssocID="{B98AF4B9-A869-47C6-8AF2-099357E2A0A9}" presName="node" presStyleLbl="node1" presStyleIdx="1" presStyleCnt="4">
        <dgm:presLayoutVars>
          <dgm:bulletEnabled val="1"/>
        </dgm:presLayoutVars>
      </dgm:prSet>
      <dgm:spPr/>
    </dgm:pt>
    <dgm:pt modelId="{E9398425-DFC4-47C5-9DB4-DEBFD0E231FC}" type="pres">
      <dgm:prSet presAssocID="{B6A96FB0-A169-45AE-A8E1-7203D8CD868E}" presName="sibTrans" presStyleLbl="sibTrans2D1" presStyleIdx="1" presStyleCnt="3"/>
      <dgm:spPr/>
    </dgm:pt>
    <dgm:pt modelId="{3C093CE6-176C-4017-AA26-689219D6B168}" type="pres">
      <dgm:prSet presAssocID="{B6A96FB0-A169-45AE-A8E1-7203D8CD868E}" presName="connectorText" presStyleLbl="sibTrans2D1" presStyleIdx="1" presStyleCnt="3"/>
      <dgm:spPr/>
    </dgm:pt>
    <dgm:pt modelId="{ED57FD47-EF50-4F0E-83DE-D3115A2FCF7F}" type="pres">
      <dgm:prSet presAssocID="{F6613525-9074-447E-85BC-A1FA74B2E9AB}" presName="node" presStyleLbl="node1" presStyleIdx="2" presStyleCnt="4" custLinFactX="-38273" custLinFactNeighborX="-100000" custLinFactNeighborY="-10444">
        <dgm:presLayoutVars>
          <dgm:bulletEnabled val="1"/>
        </dgm:presLayoutVars>
      </dgm:prSet>
      <dgm:spPr/>
    </dgm:pt>
    <dgm:pt modelId="{471E6044-8401-42DC-AC1E-E4AC1EFDA614}" type="pres">
      <dgm:prSet presAssocID="{0580E61D-19F8-43C9-B360-B5A9ABEB9975}" presName="sibTrans" presStyleLbl="sibTrans2D1" presStyleIdx="2" presStyleCnt="3"/>
      <dgm:spPr/>
    </dgm:pt>
    <dgm:pt modelId="{2ADB1ABD-4C49-4069-8804-ED30184EB5D4}" type="pres">
      <dgm:prSet presAssocID="{0580E61D-19F8-43C9-B360-B5A9ABEB9975}" presName="connectorText" presStyleLbl="sibTrans2D1" presStyleIdx="2" presStyleCnt="3"/>
      <dgm:spPr/>
    </dgm:pt>
    <dgm:pt modelId="{24259E71-2772-4FE8-BDEC-F51A259E9321}" type="pres">
      <dgm:prSet presAssocID="{FE279333-77C4-4A9A-9C3E-93B01F7FA3F4}" presName="node" presStyleLbl="node1" presStyleIdx="3" presStyleCnt="4" custLinFactX="41600" custLinFactNeighborX="100000" custLinFactNeighborY="-11499">
        <dgm:presLayoutVars>
          <dgm:bulletEnabled val="1"/>
        </dgm:presLayoutVars>
      </dgm:prSet>
      <dgm:spPr/>
    </dgm:pt>
  </dgm:ptLst>
  <dgm:cxnLst>
    <dgm:cxn modelId="{9DD39708-CCA9-4347-8F79-E16CFA23A175}" type="presOf" srcId="{0580E61D-19F8-43C9-B360-B5A9ABEB9975}" destId="{2ADB1ABD-4C49-4069-8804-ED30184EB5D4}" srcOrd="1" destOrd="0" presId="urn:microsoft.com/office/officeart/2005/8/layout/process5"/>
    <dgm:cxn modelId="{FCB91209-EB65-4D9D-8FF2-B58D65F91383}" type="presOf" srcId="{46FD9789-F80A-4554-B7C9-2E82A799074A}" destId="{DB1B28CC-3994-4CB6-B1AA-304187929AB5}" srcOrd="0" destOrd="0" presId="urn:microsoft.com/office/officeart/2005/8/layout/process5"/>
    <dgm:cxn modelId="{03489C09-503C-45A7-A547-EFFC75DFA036}" type="presOf" srcId="{8C3F49F5-05B4-4C4E-8C80-F9D404487011}" destId="{263EAF60-6B40-472B-8820-C60E3CFD779E}" srcOrd="0" destOrd="0" presId="urn:microsoft.com/office/officeart/2005/8/layout/process5"/>
    <dgm:cxn modelId="{8FE4E00A-55D6-4EBB-A29A-1D76E2B0881C}" type="presOf" srcId="{F6613525-9074-447E-85BC-A1FA74B2E9AB}" destId="{ED57FD47-EF50-4F0E-83DE-D3115A2FCF7F}" srcOrd="0" destOrd="0" presId="urn:microsoft.com/office/officeart/2005/8/layout/process5"/>
    <dgm:cxn modelId="{8F46FB0B-8783-4C5E-88BD-08E08675C76A}" type="presOf" srcId="{0580E61D-19F8-43C9-B360-B5A9ABEB9975}" destId="{471E6044-8401-42DC-AC1E-E4AC1EFDA614}" srcOrd="0" destOrd="0" presId="urn:microsoft.com/office/officeart/2005/8/layout/process5"/>
    <dgm:cxn modelId="{ED00911C-72EE-4161-B350-54A87DB61668}" srcId="{8C3F49F5-05B4-4C4E-8C80-F9D404487011}" destId="{46FD9789-F80A-4554-B7C9-2E82A799074A}" srcOrd="0" destOrd="0" parTransId="{0BA67484-2D8B-46DA-A4C5-DD1B9B2B3DC7}" sibTransId="{D2F2A604-C980-4A7A-87D8-EA7E685E0266}"/>
    <dgm:cxn modelId="{BE571528-B1DD-4387-A385-02E42B93C5B0}" type="presOf" srcId="{D2F2A604-C980-4A7A-87D8-EA7E685E0266}" destId="{1992432F-9A12-47B5-AC46-14697353FC27}" srcOrd="0" destOrd="0" presId="urn:microsoft.com/office/officeart/2005/8/layout/process5"/>
    <dgm:cxn modelId="{DD30444C-5223-452E-88C1-1651628B0A13}" srcId="{8C3F49F5-05B4-4C4E-8C80-F9D404487011}" destId="{F6613525-9074-447E-85BC-A1FA74B2E9AB}" srcOrd="2" destOrd="0" parTransId="{4DF0F301-CEA4-41AE-B781-5F5211DC67C0}" sibTransId="{0580E61D-19F8-43C9-B360-B5A9ABEB9975}"/>
    <dgm:cxn modelId="{DAB80354-9816-41CD-9626-0A06C8DB133E}" srcId="{8C3F49F5-05B4-4C4E-8C80-F9D404487011}" destId="{B98AF4B9-A869-47C6-8AF2-099357E2A0A9}" srcOrd="1" destOrd="0" parTransId="{2FCC4B0D-8FD7-4689-9FF2-00684E48AACB}" sibTransId="{B6A96FB0-A169-45AE-A8E1-7203D8CD868E}"/>
    <dgm:cxn modelId="{46094F59-276C-4371-9D35-90528802A670}" type="presOf" srcId="{D2F2A604-C980-4A7A-87D8-EA7E685E0266}" destId="{781BFAC5-1DB4-4656-AF2D-6D0DBCB81FA3}" srcOrd="1" destOrd="0" presId="urn:microsoft.com/office/officeart/2005/8/layout/process5"/>
    <dgm:cxn modelId="{7C2C968E-777B-4968-998E-540AE5B10138}" type="presOf" srcId="{B6A96FB0-A169-45AE-A8E1-7203D8CD868E}" destId="{E9398425-DFC4-47C5-9DB4-DEBFD0E231FC}" srcOrd="0" destOrd="0" presId="urn:microsoft.com/office/officeart/2005/8/layout/process5"/>
    <dgm:cxn modelId="{9CE4B6CA-2E60-492D-A5AC-857C61EB1561}" type="presOf" srcId="{FE279333-77C4-4A9A-9C3E-93B01F7FA3F4}" destId="{24259E71-2772-4FE8-BDEC-F51A259E9321}" srcOrd="0" destOrd="0" presId="urn:microsoft.com/office/officeart/2005/8/layout/process5"/>
    <dgm:cxn modelId="{AA1B2FD5-C48B-4492-9715-1DB62277CE85}" type="presOf" srcId="{B98AF4B9-A869-47C6-8AF2-099357E2A0A9}" destId="{42D5E32F-31AE-4103-AAE5-A8B90E61BFF7}" srcOrd="0" destOrd="0" presId="urn:microsoft.com/office/officeart/2005/8/layout/process5"/>
    <dgm:cxn modelId="{410FF7E1-D640-46B2-AA29-27B061403E96}" type="presOf" srcId="{B6A96FB0-A169-45AE-A8E1-7203D8CD868E}" destId="{3C093CE6-176C-4017-AA26-689219D6B168}" srcOrd="1" destOrd="0" presId="urn:microsoft.com/office/officeart/2005/8/layout/process5"/>
    <dgm:cxn modelId="{C31B91FB-D017-49AA-AC81-BE41F881E179}" srcId="{8C3F49F5-05B4-4C4E-8C80-F9D404487011}" destId="{FE279333-77C4-4A9A-9C3E-93B01F7FA3F4}" srcOrd="3" destOrd="0" parTransId="{89B28C0E-6EE2-4DEE-AFA4-B9BCC3BF7CF1}" sibTransId="{45320EAC-AEDC-4FA5-8F35-40C8A9A6BC65}"/>
    <dgm:cxn modelId="{97D19E48-65E0-4B8D-835B-7580DC1F912C}" type="presParOf" srcId="{263EAF60-6B40-472B-8820-C60E3CFD779E}" destId="{DB1B28CC-3994-4CB6-B1AA-304187929AB5}" srcOrd="0" destOrd="0" presId="urn:microsoft.com/office/officeart/2005/8/layout/process5"/>
    <dgm:cxn modelId="{01C2B7DB-C012-48B8-A063-CAE367A91685}" type="presParOf" srcId="{263EAF60-6B40-472B-8820-C60E3CFD779E}" destId="{1992432F-9A12-47B5-AC46-14697353FC27}" srcOrd="1" destOrd="0" presId="urn:microsoft.com/office/officeart/2005/8/layout/process5"/>
    <dgm:cxn modelId="{0809FAFA-479D-4B42-B699-FF3464610B61}" type="presParOf" srcId="{1992432F-9A12-47B5-AC46-14697353FC27}" destId="{781BFAC5-1DB4-4656-AF2D-6D0DBCB81FA3}" srcOrd="0" destOrd="0" presId="urn:microsoft.com/office/officeart/2005/8/layout/process5"/>
    <dgm:cxn modelId="{C06C15F2-FDB2-4F8E-A391-7A4BD1683D2A}" type="presParOf" srcId="{263EAF60-6B40-472B-8820-C60E3CFD779E}" destId="{42D5E32F-31AE-4103-AAE5-A8B90E61BFF7}" srcOrd="2" destOrd="0" presId="urn:microsoft.com/office/officeart/2005/8/layout/process5"/>
    <dgm:cxn modelId="{42C3A60C-9D64-4EC5-A4B7-ADAF84086861}" type="presParOf" srcId="{263EAF60-6B40-472B-8820-C60E3CFD779E}" destId="{E9398425-DFC4-47C5-9DB4-DEBFD0E231FC}" srcOrd="3" destOrd="0" presId="urn:microsoft.com/office/officeart/2005/8/layout/process5"/>
    <dgm:cxn modelId="{7DF69F39-F97C-4164-AE21-185F01BF59F0}" type="presParOf" srcId="{E9398425-DFC4-47C5-9DB4-DEBFD0E231FC}" destId="{3C093CE6-176C-4017-AA26-689219D6B168}" srcOrd="0" destOrd="0" presId="urn:microsoft.com/office/officeart/2005/8/layout/process5"/>
    <dgm:cxn modelId="{2DF54017-1201-45EF-B830-2C8DAD4633CE}" type="presParOf" srcId="{263EAF60-6B40-472B-8820-C60E3CFD779E}" destId="{ED57FD47-EF50-4F0E-83DE-D3115A2FCF7F}" srcOrd="4" destOrd="0" presId="urn:microsoft.com/office/officeart/2005/8/layout/process5"/>
    <dgm:cxn modelId="{4E6C80F1-6277-4ED4-A7E7-62C92B4A1FAA}" type="presParOf" srcId="{263EAF60-6B40-472B-8820-C60E3CFD779E}" destId="{471E6044-8401-42DC-AC1E-E4AC1EFDA614}" srcOrd="5" destOrd="0" presId="urn:microsoft.com/office/officeart/2005/8/layout/process5"/>
    <dgm:cxn modelId="{D3D32B42-2A48-4702-B1B0-C9900A290601}" type="presParOf" srcId="{471E6044-8401-42DC-AC1E-E4AC1EFDA614}" destId="{2ADB1ABD-4C49-4069-8804-ED30184EB5D4}" srcOrd="0" destOrd="0" presId="urn:microsoft.com/office/officeart/2005/8/layout/process5"/>
    <dgm:cxn modelId="{3A57F203-4C19-4572-9EAA-E6A93358BD0C}" type="presParOf" srcId="{263EAF60-6B40-472B-8820-C60E3CFD779E}" destId="{24259E71-2772-4FE8-BDEC-F51A259E932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3F49F5-05B4-4C4E-8C80-F9D404487011}" type="doc">
      <dgm:prSet loTypeId="urn:microsoft.com/office/officeart/2005/8/layout/process5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zh-TW" altLang="en-US"/>
        </a:p>
      </dgm:t>
    </dgm:pt>
    <dgm:pt modelId="{46FD9789-F80A-4554-B7C9-2E82A799074A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>
            <a:alpha val="50000"/>
          </a:schemeClr>
        </a:solidFill>
        <a:ln>
          <a:noFill/>
        </a:ln>
      </dgm:spPr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1.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角色出兩張手牌並決定敏捷值或</a:t>
          </a:r>
          <a:br>
            <a:rPr lang="en-US" altLang="zh-TW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長休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特殊動作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5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BA67484-2D8B-46DA-A4C5-DD1B9B2B3DC7}" cxnId="{ED00911C-72EE-4161-B350-54A87DB61668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2F2A604-C980-4A7A-87D8-EA7E685E0266}" cxnId="{ED00911C-72EE-4161-B350-54A87DB61668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98AF4B9-A869-47C6-8AF2-099357E2A0A9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>
            <a:alpha val="50000"/>
          </a:schemeClr>
        </a:solidFill>
        <a:ln>
          <a:noFill/>
        </a:ln>
      </dgm:spPr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2.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怪物準備階段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為所有已出現的怪物種類翻一張行動卡</a:t>
          </a:r>
        </a:p>
      </dgm:t>
    </dgm:pt>
    <dgm:pt modelId="{2FCC4B0D-8FD7-4689-9FF2-00684E48AACB}" cxnId="{DAB80354-9816-41CD-9626-0A06C8DB133E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6A96FB0-A169-45AE-A8E1-7203D8CD868E}" cxnId="{DAB80354-9816-41CD-9626-0A06C8DB133E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6613525-9074-447E-85BC-A1FA74B2E9A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>
            <a:alpha val="50000"/>
          </a:schemeClr>
        </a:solidFill>
        <a:ln>
          <a:noFill/>
        </a:ln>
      </dgm:spPr>
      <dgm:t>
        <a:bodyPr anchor="t"/>
        <a:lstStyle/>
        <a:p>
          <a:pPr algn="l"/>
          <a:r>
            <a:rPr lang="en-US" altLang="zh-TW" sz="2000" b="1" kern="1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3. </a:t>
          </a:r>
          <a:r>
            <a:rPr lang="zh-TW" altLang="en-US" sz="2000" b="1" kern="1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動作執行階段</a:t>
          </a:r>
          <a:endParaRPr lang="en-US" altLang="zh-TW" sz="2000" b="1" kern="1200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1500" b="1" kern="12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並依照角色與怪物的敏捷值決定所有人行動的先後順序</a:t>
          </a:r>
          <a:br>
            <a:rPr lang="en-US" altLang="zh-TW" sz="1500" b="1" kern="12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500" b="1" kern="12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依照敏捷值由小的開始先動作</a:t>
          </a:r>
        </a:p>
      </dgm:t>
    </dgm:pt>
    <dgm:pt modelId="{4DF0F301-CEA4-41AE-B781-5F5211DC67C0}" cxnId="{DD30444C-5223-452E-88C1-1651628B0A13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580E61D-19F8-43C9-B360-B5A9ABEB9975}" cxnId="{DD30444C-5223-452E-88C1-1651628B0A13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E279333-77C4-4A9A-9C3E-93B01F7FA3F4}">
      <dgm:prSet phldrT="[文字]"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 anchor="t"/>
        <a:lstStyle/>
        <a:p>
          <a:pPr algn="l"/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4.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回合結算階段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l"/>
          <a:r>
            <a:rPr lang="zh-TW" altLang="en-US" sz="2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所有人執行完動作後進行結束計算</a:t>
          </a:r>
        </a:p>
      </dgm:t>
    </dgm:pt>
    <dgm:pt modelId="{45320EAC-AEDC-4FA5-8F35-40C8A9A6BC65}" cxnId="{C31B91FB-D017-49AA-AC81-BE41F881E179}" type="sib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9B28C0E-6EE2-4DEE-AFA4-B9BCC3BF7CF1}" cxnId="{C31B91FB-D017-49AA-AC81-BE41F881E179}" type="parTrans">
      <dgm:prSet/>
      <dgm:spPr/>
      <dgm:t>
        <a:bodyPr/>
        <a:lstStyle/>
        <a:p>
          <a:pPr algn="l"/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63EAF60-6B40-472B-8820-C60E3CFD779E}" type="pres">
      <dgm:prSet presAssocID="{8C3F49F5-05B4-4C4E-8C80-F9D404487011}" presName="diagram" presStyleCnt="0">
        <dgm:presLayoutVars>
          <dgm:dir/>
          <dgm:resizeHandles val="exact"/>
        </dgm:presLayoutVars>
      </dgm:prSet>
      <dgm:spPr/>
    </dgm:pt>
    <dgm:pt modelId="{DB1B28CC-3994-4CB6-B1AA-304187929AB5}" type="pres">
      <dgm:prSet presAssocID="{46FD9789-F80A-4554-B7C9-2E82A799074A}" presName="node" presStyleLbl="node1" presStyleIdx="0" presStyleCnt="4">
        <dgm:presLayoutVars>
          <dgm:bulletEnabled val="1"/>
        </dgm:presLayoutVars>
      </dgm:prSet>
      <dgm:spPr/>
    </dgm:pt>
    <dgm:pt modelId="{1992432F-9A12-47B5-AC46-14697353FC27}" type="pres">
      <dgm:prSet presAssocID="{D2F2A604-C980-4A7A-87D8-EA7E685E0266}" presName="sibTrans" presStyleLbl="sibTrans2D1" presStyleIdx="0" presStyleCnt="3"/>
      <dgm:spPr/>
    </dgm:pt>
    <dgm:pt modelId="{781BFAC5-1DB4-4656-AF2D-6D0DBCB81FA3}" type="pres">
      <dgm:prSet presAssocID="{D2F2A604-C980-4A7A-87D8-EA7E685E0266}" presName="connectorText" presStyleLbl="sibTrans2D1" presStyleIdx="0" presStyleCnt="3"/>
      <dgm:spPr/>
    </dgm:pt>
    <dgm:pt modelId="{42D5E32F-31AE-4103-AAE5-A8B90E61BFF7}" type="pres">
      <dgm:prSet presAssocID="{B98AF4B9-A869-47C6-8AF2-099357E2A0A9}" presName="node" presStyleLbl="node1" presStyleIdx="1" presStyleCnt="4">
        <dgm:presLayoutVars>
          <dgm:bulletEnabled val="1"/>
        </dgm:presLayoutVars>
      </dgm:prSet>
      <dgm:spPr/>
    </dgm:pt>
    <dgm:pt modelId="{E9398425-DFC4-47C5-9DB4-DEBFD0E231FC}" type="pres">
      <dgm:prSet presAssocID="{B6A96FB0-A169-45AE-A8E1-7203D8CD868E}" presName="sibTrans" presStyleLbl="sibTrans2D1" presStyleIdx="1" presStyleCnt="3"/>
      <dgm:spPr/>
    </dgm:pt>
    <dgm:pt modelId="{3C093CE6-176C-4017-AA26-689219D6B168}" type="pres">
      <dgm:prSet presAssocID="{B6A96FB0-A169-45AE-A8E1-7203D8CD868E}" presName="connectorText" presStyleLbl="sibTrans2D1" presStyleIdx="1" presStyleCnt="3"/>
      <dgm:spPr/>
    </dgm:pt>
    <dgm:pt modelId="{ED57FD47-EF50-4F0E-83DE-D3115A2FCF7F}" type="pres">
      <dgm:prSet presAssocID="{F6613525-9074-447E-85BC-A1FA74B2E9AB}" presName="node" presStyleLbl="node1" presStyleIdx="2" presStyleCnt="4" custLinFactX="-38273" custLinFactNeighborX="-100000" custLinFactNeighborY="-10444">
        <dgm:presLayoutVars>
          <dgm:bulletEnabled val="1"/>
        </dgm:presLayoutVars>
      </dgm:prSet>
      <dgm:spPr/>
    </dgm:pt>
    <dgm:pt modelId="{471E6044-8401-42DC-AC1E-E4AC1EFDA614}" type="pres">
      <dgm:prSet presAssocID="{0580E61D-19F8-43C9-B360-B5A9ABEB9975}" presName="sibTrans" presStyleLbl="sibTrans2D1" presStyleIdx="2" presStyleCnt="3"/>
      <dgm:spPr/>
    </dgm:pt>
    <dgm:pt modelId="{2ADB1ABD-4C49-4069-8804-ED30184EB5D4}" type="pres">
      <dgm:prSet presAssocID="{0580E61D-19F8-43C9-B360-B5A9ABEB9975}" presName="connectorText" presStyleLbl="sibTrans2D1" presStyleIdx="2" presStyleCnt="3"/>
      <dgm:spPr/>
    </dgm:pt>
    <dgm:pt modelId="{24259E71-2772-4FE8-BDEC-F51A259E9321}" type="pres">
      <dgm:prSet presAssocID="{FE279333-77C4-4A9A-9C3E-93B01F7FA3F4}" presName="node" presStyleLbl="node1" presStyleIdx="3" presStyleCnt="4" custLinFactX="41600" custLinFactNeighborX="100000" custLinFactNeighborY="-11499">
        <dgm:presLayoutVars>
          <dgm:bulletEnabled val="1"/>
        </dgm:presLayoutVars>
      </dgm:prSet>
      <dgm:spPr/>
    </dgm:pt>
  </dgm:ptLst>
  <dgm:cxnLst>
    <dgm:cxn modelId="{9DD39708-CCA9-4347-8F79-E16CFA23A175}" type="presOf" srcId="{0580E61D-19F8-43C9-B360-B5A9ABEB9975}" destId="{2ADB1ABD-4C49-4069-8804-ED30184EB5D4}" srcOrd="1" destOrd="0" presId="urn:microsoft.com/office/officeart/2005/8/layout/process5"/>
    <dgm:cxn modelId="{FCB91209-EB65-4D9D-8FF2-B58D65F91383}" type="presOf" srcId="{46FD9789-F80A-4554-B7C9-2E82A799074A}" destId="{DB1B28CC-3994-4CB6-B1AA-304187929AB5}" srcOrd="0" destOrd="0" presId="urn:microsoft.com/office/officeart/2005/8/layout/process5"/>
    <dgm:cxn modelId="{03489C09-503C-45A7-A547-EFFC75DFA036}" type="presOf" srcId="{8C3F49F5-05B4-4C4E-8C80-F9D404487011}" destId="{263EAF60-6B40-472B-8820-C60E3CFD779E}" srcOrd="0" destOrd="0" presId="urn:microsoft.com/office/officeart/2005/8/layout/process5"/>
    <dgm:cxn modelId="{8FE4E00A-55D6-4EBB-A29A-1D76E2B0881C}" type="presOf" srcId="{F6613525-9074-447E-85BC-A1FA74B2E9AB}" destId="{ED57FD47-EF50-4F0E-83DE-D3115A2FCF7F}" srcOrd="0" destOrd="0" presId="urn:microsoft.com/office/officeart/2005/8/layout/process5"/>
    <dgm:cxn modelId="{8F46FB0B-8783-4C5E-88BD-08E08675C76A}" type="presOf" srcId="{0580E61D-19F8-43C9-B360-B5A9ABEB9975}" destId="{471E6044-8401-42DC-AC1E-E4AC1EFDA614}" srcOrd="0" destOrd="0" presId="urn:microsoft.com/office/officeart/2005/8/layout/process5"/>
    <dgm:cxn modelId="{ED00911C-72EE-4161-B350-54A87DB61668}" srcId="{8C3F49F5-05B4-4C4E-8C80-F9D404487011}" destId="{46FD9789-F80A-4554-B7C9-2E82A799074A}" srcOrd="0" destOrd="0" parTransId="{0BA67484-2D8B-46DA-A4C5-DD1B9B2B3DC7}" sibTransId="{D2F2A604-C980-4A7A-87D8-EA7E685E0266}"/>
    <dgm:cxn modelId="{BE571528-B1DD-4387-A385-02E42B93C5B0}" type="presOf" srcId="{D2F2A604-C980-4A7A-87D8-EA7E685E0266}" destId="{1992432F-9A12-47B5-AC46-14697353FC27}" srcOrd="0" destOrd="0" presId="urn:microsoft.com/office/officeart/2005/8/layout/process5"/>
    <dgm:cxn modelId="{DD30444C-5223-452E-88C1-1651628B0A13}" srcId="{8C3F49F5-05B4-4C4E-8C80-F9D404487011}" destId="{F6613525-9074-447E-85BC-A1FA74B2E9AB}" srcOrd="2" destOrd="0" parTransId="{4DF0F301-CEA4-41AE-B781-5F5211DC67C0}" sibTransId="{0580E61D-19F8-43C9-B360-B5A9ABEB9975}"/>
    <dgm:cxn modelId="{DAB80354-9816-41CD-9626-0A06C8DB133E}" srcId="{8C3F49F5-05B4-4C4E-8C80-F9D404487011}" destId="{B98AF4B9-A869-47C6-8AF2-099357E2A0A9}" srcOrd="1" destOrd="0" parTransId="{2FCC4B0D-8FD7-4689-9FF2-00684E48AACB}" sibTransId="{B6A96FB0-A169-45AE-A8E1-7203D8CD868E}"/>
    <dgm:cxn modelId="{46094F59-276C-4371-9D35-90528802A670}" type="presOf" srcId="{D2F2A604-C980-4A7A-87D8-EA7E685E0266}" destId="{781BFAC5-1DB4-4656-AF2D-6D0DBCB81FA3}" srcOrd="1" destOrd="0" presId="urn:microsoft.com/office/officeart/2005/8/layout/process5"/>
    <dgm:cxn modelId="{7C2C968E-777B-4968-998E-540AE5B10138}" type="presOf" srcId="{B6A96FB0-A169-45AE-A8E1-7203D8CD868E}" destId="{E9398425-DFC4-47C5-9DB4-DEBFD0E231FC}" srcOrd="0" destOrd="0" presId="urn:microsoft.com/office/officeart/2005/8/layout/process5"/>
    <dgm:cxn modelId="{9CE4B6CA-2E60-492D-A5AC-857C61EB1561}" type="presOf" srcId="{FE279333-77C4-4A9A-9C3E-93B01F7FA3F4}" destId="{24259E71-2772-4FE8-BDEC-F51A259E9321}" srcOrd="0" destOrd="0" presId="urn:microsoft.com/office/officeart/2005/8/layout/process5"/>
    <dgm:cxn modelId="{AA1B2FD5-C48B-4492-9715-1DB62277CE85}" type="presOf" srcId="{B98AF4B9-A869-47C6-8AF2-099357E2A0A9}" destId="{42D5E32F-31AE-4103-AAE5-A8B90E61BFF7}" srcOrd="0" destOrd="0" presId="urn:microsoft.com/office/officeart/2005/8/layout/process5"/>
    <dgm:cxn modelId="{410FF7E1-D640-46B2-AA29-27B061403E96}" type="presOf" srcId="{B6A96FB0-A169-45AE-A8E1-7203D8CD868E}" destId="{3C093CE6-176C-4017-AA26-689219D6B168}" srcOrd="1" destOrd="0" presId="urn:microsoft.com/office/officeart/2005/8/layout/process5"/>
    <dgm:cxn modelId="{C31B91FB-D017-49AA-AC81-BE41F881E179}" srcId="{8C3F49F5-05B4-4C4E-8C80-F9D404487011}" destId="{FE279333-77C4-4A9A-9C3E-93B01F7FA3F4}" srcOrd="3" destOrd="0" parTransId="{89B28C0E-6EE2-4DEE-AFA4-B9BCC3BF7CF1}" sibTransId="{45320EAC-AEDC-4FA5-8F35-40C8A9A6BC65}"/>
    <dgm:cxn modelId="{97D19E48-65E0-4B8D-835B-7580DC1F912C}" type="presParOf" srcId="{263EAF60-6B40-472B-8820-C60E3CFD779E}" destId="{DB1B28CC-3994-4CB6-B1AA-304187929AB5}" srcOrd="0" destOrd="0" presId="urn:microsoft.com/office/officeart/2005/8/layout/process5"/>
    <dgm:cxn modelId="{01C2B7DB-C012-48B8-A063-CAE367A91685}" type="presParOf" srcId="{263EAF60-6B40-472B-8820-C60E3CFD779E}" destId="{1992432F-9A12-47B5-AC46-14697353FC27}" srcOrd="1" destOrd="0" presId="urn:microsoft.com/office/officeart/2005/8/layout/process5"/>
    <dgm:cxn modelId="{0809FAFA-479D-4B42-B699-FF3464610B61}" type="presParOf" srcId="{1992432F-9A12-47B5-AC46-14697353FC27}" destId="{781BFAC5-1DB4-4656-AF2D-6D0DBCB81FA3}" srcOrd="0" destOrd="0" presId="urn:microsoft.com/office/officeart/2005/8/layout/process5"/>
    <dgm:cxn modelId="{C06C15F2-FDB2-4F8E-A391-7A4BD1683D2A}" type="presParOf" srcId="{263EAF60-6B40-472B-8820-C60E3CFD779E}" destId="{42D5E32F-31AE-4103-AAE5-A8B90E61BFF7}" srcOrd="2" destOrd="0" presId="urn:microsoft.com/office/officeart/2005/8/layout/process5"/>
    <dgm:cxn modelId="{42C3A60C-9D64-4EC5-A4B7-ADAF84086861}" type="presParOf" srcId="{263EAF60-6B40-472B-8820-C60E3CFD779E}" destId="{E9398425-DFC4-47C5-9DB4-DEBFD0E231FC}" srcOrd="3" destOrd="0" presId="urn:microsoft.com/office/officeart/2005/8/layout/process5"/>
    <dgm:cxn modelId="{7DF69F39-F97C-4164-AE21-185F01BF59F0}" type="presParOf" srcId="{E9398425-DFC4-47C5-9DB4-DEBFD0E231FC}" destId="{3C093CE6-176C-4017-AA26-689219D6B168}" srcOrd="0" destOrd="0" presId="urn:microsoft.com/office/officeart/2005/8/layout/process5"/>
    <dgm:cxn modelId="{2DF54017-1201-45EF-B830-2C8DAD4633CE}" type="presParOf" srcId="{263EAF60-6B40-472B-8820-C60E3CFD779E}" destId="{ED57FD47-EF50-4F0E-83DE-D3115A2FCF7F}" srcOrd="4" destOrd="0" presId="urn:microsoft.com/office/officeart/2005/8/layout/process5"/>
    <dgm:cxn modelId="{4E6C80F1-6277-4ED4-A7E7-62C92B4A1FAA}" type="presParOf" srcId="{263EAF60-6B40-472B-8820-C60E3CFD779E}" destId="{471E6044-8401-42DC-AC1E-E4AC1EFDA614}" srcOrd="5" destOrd="0" presId="urn:microsoft.com/office/officeart/2005/8/layout/process5"/>
    <dgm:cxn modelId="{D3D32B42-2A48-4702-B1B0-C9900A290601}" type="presParOf" srcId="{471E6044-8401-42DC-AC1E-E4AC1EFDA614}" destId="{2ADB1ABD-4C49-4069-8804-ED30184EB5D4}" srcOrd="0" destOrd="0" presId="urn:microsoft.com/office/officeart/2005/8/layout/process5"/>
    <dgm:cxn modelId="{3A57F203-4C19-4572-9EAA-E6A93358BD0C}" type="presParOf" srcId="{263EAF60-6B40-472B-8820-C60E3CFD779E}" destId="{24259E71-2772-4FE8-BDEC-F51A259E932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868081" cy="5868081"/>
        <a:chOff x="0" y="0"/>
        <a:chExt cx="5868081" cy="5868081"/>
      </a:xfrm>
    </dsp:grpSpPr>
    <dsp:sp modelId="{B37FD886-4111-4275-AEB7-422564C89554}">
      <dsp:nvSpPr>
        <dsp:cNvPr id="3" name="Pie 2"/>
        <dsp:cNvSpPr/>
      </dsp:nvSpPr>
      <dsp:spPr bwMode="white">
        <a:xfrm>
          <a:off x="3274406" y="363234"/>
          <a:ext cx="4929188" cy="4929188"/>
        </a:xfrm>
        <a:prstGeom prst="pie">
          <a:avLst>
            <a:gd name="adj1" fmla="val 16200000"/>
            <a:gd name="adj2" fmla="val 20520000"/>
          </a:avLst>
        </a:prstGeom>
      </dsp:spPr>
      <dsp:style>
        <a:lnRef idx="0">
          <a:schemeClr val="lt1"/>
        </a:lnRef>
        <a:fillRef idx="3">
          <a:schemeClr val="accent5">
            <a:alpha val="90000"/>
            <a:hueOff val="0"/>
            <a:satOff val="0"/>
            <a:lumOff val="0"/>
            <a:alpha val="90196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開始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新的遊戲</a:t>
          </a:r>
        </a:p>
      </dsp:txBody>
      <dsp:txXfrm>
        <a:off x="3274406" y="363234"/>
        <a:ext cx="4929188" cy="4929188"/>
      </dsp:txXfrm>
    </dsp:sp>
    <dsp:sp modelId="{B9F77339-C2F9-4711-9D8E-55EC93BD159B}">
      <dsp:nvSpPr>
        <dsp:cNvPr id="4" name="Pie 3"/>
        <dsp:cNvSpPr/>
      </dsp:nvSpPr>
      <dsp:spPr bwMode="white">
        <a:xfrm>
          <a:off x="3316656" y="494679"/>
          <a:ext cx="4929188" cy="4929188"/>
        </a:xfrm>
        <a:prstGeom prst="pie">
          <a:avLst>
            <a:gd name="adj1" fmla="val 20520000"/>
            <a:gd name="adj2" fmla="val 3240000"/>
          </a:avLst>
        </a:prstGeom>
      </dsp:spPr>
      <dsp:style>
        <a:lnRef idx="0">
          <a:schemeClr val="lt1"/>
        </a:lnRef>
        <a:fillRef idx="3">
          <a:schemeClr val="accent5">
            <a:alpha val="90000"/>
            <a:hueOff val="0"/>
            <a:satOff val="0"/>
            <a:lumOff val="0"/>
            <a:alpha val="80196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決定出場角色與要攜帶技能卡</a:t>
          </a:r>
        </a:p>
      </dsp:txBody>
      <dsp:txXfrm>
        <a:off x="3316656" y="494679"/>
        <a:ext cx="4929188" cy="4929188"/>
      </dsp:txXfrm>
    </dsp:sp>
    <dsp:sp modelId="{F10125B8-15EC-4468-B380-417F0E0CFA22}">
      <dsp:nvSpPr>
        <dsp:cNvPr id="5" name="Pie 4"/>
        <dsp:cNvSpPr/>
      </dsp:nvSpPr>
      <dsp:spPr bwMode="white">
        <a:xfrm>
          <a:off x="3205162" y="575659"/>
          <a:ext cx="4929188" cy="4929188"/>
        </a:xfrm>
        <a:prstGeom prst="pie">
          <a:avLst>
            <a:gd name="adj1" fmla="val 3240000"/>
            <a:gd name="adj2" fmla="val 7560000"/>
          </a:avLst>
        </a:prstGeom>
      </dsp:spPr>
      <dsp:style>
        <a:lnRef idx="0">
          <a:schemeClr val="lt1"/>
        </a:lnRef>
        <a:fillRef idx="3">
          <a:schemeClr val="accent5">
            <a:alpha val="90000"/>
            <a:hueOff val="0"/>
            <a:satOff val="0"/>
            <a:lumOff val="0"/>
            <a:alpha val="70196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決定劇本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地圖</a:t>
          </a: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</a:p>
      </dsp:txBody>
      <dsp:txXfrm>
        <a:off x="3205162" y="575659"/>
        <a:ext cx="4929188" cy="4929188"/>
      </dsp:txXfrm>
    </dsp:sp>
    <dsp:sp modelId="{191B91C7-A391-43C8-8583-814FF234C7F5}">
      <dsp:nvSpPr>
        <dsp:cNvPr id="6" name="Pie 5"/>
        <dsp:cNvSpPr/>
      </dsp:nvSpPr>
      <dsp:spPr bwMode="white">
        <a:xfrm>
          <a:off x="3093669" y="494679"/>
          <a:ext cx="4929188" cy="4929188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lumMod val="75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選擇角色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起始位置</a:t>
          </a:r>
        </a:p>
      </dsp:txBody>
      <dsp:txXfrm>
        <a:off x="3093669" y="494679"/>
        <a:ext cx="4929188" cy="4929188"/>
      </dsp:txXfrm>
    </dsp:sp>
    <dsp:sp modelId="{0894ECB0-081C-4D76-8D8E-E90CF608B8CE}">
      <dsp:nvSpPr>
        <dsp:cNvPr id="7" name="Pie 6"/>
        <dsp:cNvSpPr/>
      </dsp:nvSpPr>
      <dsp:spPr bwMode="white">
        <a:xfrm>
          <a:off x="3135919" y="363234"/>
          <a:ext cx="4929188" cy="4929188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50000"/>
          </a:schemeClr>
        </a:solidFill>
      </dsp:spPr>
      <dsp:style>
        <a:lnRef idx="0">
          <a:schemeClr val="lt1"/>
        </a:lnRef>
        <a:fillRef idx="3">
          <a:schemeClr val="accent5">
            <a:alpha val="90000"/>
            <a:hueOff val="0"/>
            <a:satOff val="0"/>
            <a:lumOff val="0"/>
            <a:alpha val="50196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進行遊戲</a:t>
          </a:r>
          <a:b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以輪進行</a:t>
          </a:r>
          <a:r>
            <a:rPr lang="en-US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35919" y="363234"/>
        <a:ext cx="4929188" cy="4929188"/>
      </dsp:txXfrm>
    </dsp:sp>
    <dsp:sp modelId="{49A6F9DA-0C39-4898-BE29-86F4C7FB2870}">
      <dsp:nvSpPr>
        <dsp:cNvPr id="8" name="Circular Arrow 7"/>
        <dsp:cNvSpPr/>
      </dsp:nvSpPr>
      <dsp:spPr bwMode="white">
        <a:xfrm>
          <a:off x="3003068" y="92129"/>
          <a:ext cx="5471399" cy="5471399"/>
        </a:xfrm>
        <a:prstGeom prst="circularArrow">
          <a:avLst>
            <a:gd name="adj1" fmla="val 5000"/>
            <a:gd name="adj2" fmla="val 360000"/>
            <a:gd name="adj3" fmla="val 20159889"/>
            <a:gd name="adj4" fmla="val 16200323"/>
            <a:gd name="adj5" fmla="val 5500"/>
          </a:avLst>
        </a:prstGeom>
      </dsp:spPr>
      <dsp:style>
        <a:lnRef idx="0">
          <a:schemeClr val="accent5">
            <a:shade val="90000"/>
            <a:hueOff val="0"/>
            <a:satOff val="0"/>
            <a:lumOff val="0"/>
            <a:alpha val="100000"/>
          </a:schemeClr>
        </a:lnRef>
        <a:fillRef idx="3">
          <a:schemeClr val="accent5">
            <a:shade val="90000"/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3003068" y="92129"/>
        <a:ext cx="5471399" cy="5471399"/>
      </dsp:txXfrm>
    </dsp:sp>
    <dsp:sp modelId="{D91A8420-BA8D-4578-B0D6-9A96AA4BADF3}">
      <dsp:nvSpPr>
        <dsp:cNvPr id="9" name="Circular Arrow 8"/>
        <dsp:cNvSpPr/>
      </dsp:nvSpPr>
      <dsp:spPr bwMode="white">
        <a:xfrm>
          <a:off x="3045891" y="223531"/>
          <a:ext cx="5471399" cy="5471399"/>
        </a:xfrm>
        <a:prstGeom prst="circularArrow">
          <a:avLst>
            <a:gd name="adj1" fmla="val 5000"/>
            <a:gd name="adj2" fmla="val 360000"/>
            <a:gd name="adj3" fmla="val 2880281"/>
            <a:gd name="adj4" fmla="val 20519952"/>
            <a:gd name="adj5" fmla="val 5500"/>
          </a:avLst>
        </a:prstGeom>
      </dsp:spPr>
      <dsp:style>
        <a:lnRef idx="0">
          <a:schemeClr val="accent5">
            <a:shade val="90000"/>
            <a:hueOff val="180000"/>
            <a:satOff val="-11862"/>
            <a:lumOff val="10882"/>
            <a:alpha val="100000"/>
          </a:schemeClr>
        </a:lnRef>
        <a:fillRef idx="3">
          <a:schemeClr val="accent5">
            <a:shade val="90000"/>
            <a:hueOff val="180000"/>
            <a:satOff val="-11862"/>
            <a:lumOff val="10882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3045891" y="223531"/>
        <a:ext cx="5471399" cy="5471399"/>
      </dsp:txXfrm>
    </dsp:sp>
    <dsp:sp modelId="{B92D6233-035B-4C1C-AA81-63C6AB81C285}">
      <dsp:nvSpPr>
        <dsp:cNvPr id="10" name="Circular Arrow 9"/>
        <dsp:cNvSpPr/>
      </dsp:nvSpPr>
      <dsp:spPr bwMode="white">
        <a:xfrm>
          <a:off x="2934057" y="304758"/>
          <a:ext cx="5471399" cy="5471399"/>
        </a:xfrm>
        <a:prstGeom prst="circularArrow">
          <a:avLst>
            <a:gd name="adj1" fmla="val 5000"/>
            <a:gd name="adj2" fmla="val 360000"/>
            <a:gd name="adj3" fmla="val 7200305"/>
            <a:gd name="adj4" fmla="val 3239694"/>
            <a:gd name="adj5" fmla="val 5500"/>
          </a:avLst>
        </a:prstGeom>
      </dsp:spPr>
      <dsp:style>
        <a:lnRef idx="0">
          <a:schemeClr val="accent5">
            <a:shade val="90000"/>
            <a:hueOff val="360000"/>
            <a:satOff val="-23724"/>
            <a:lumOff val="21765"/>
            <a:alpha val="100000"/>
          </a:schemeClr>
        </a:lnRef>
        <a:fillRef idx="3">
          <a:schemeClr val="accent5">
            <a:shade val="90000"/>
            <a:hueOff val="360000"/>
            <a:satOff val="-23724"/>
            <a:lumOff val="21765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2934057" y="304758"/>
        <a:ext cx="5471399" cy="5471399"/>
      </dsp:txXfrm>
    </dsp:sp>
    <dsp:sp modelId="{C85FF2A1-1722-4A43-85F4-B56C81693673}">
      <dsp:nvSpPr>
        <dsp:cNvPr id="11" name="Circular Arrow 10"/>
        <dsp:cNvSpPr/>
      </dsp:nvSpPr>
      <dsp:spPr bwMode="white">
        <a:xfrm>
          <a:off x="2822223" y="223531"/>
          <a:ext cx="5471399" cy="5471399"/>
        </a:xfrm>
        <a:prstGeom prst="circularArrow">
          <a:avLst>
            <a:gd name="adj1" fmla="val 5000"/>
            <a:gd name="adj2" fmla="val 360000"/>
            <a:gd name="adj3" fmla="val 11520047"/>
            <a:gd name="adj4" fmla="val 7559718"/>
            <a:gd name="adj5" fmla="val 5500"/>
          </a:avLst>
        </a:prstGeom>
      </dsp:spPr>
      <dsp:style>
        <a:lnRef idx="0">
          <a:schemeClr val="accent5">
            <a:shade val="90000"/>
            <a:hueOff val="540000"/>
            <a:satOff val="-35587"/>
            <a:lumOff val="32647"/>
            <a:alpha val="100000"/>
          </a:schemeClr>
        </a:lnRef>
        <a:fillRef idx="3">
          <a:schemeClr val="accent5">
            <a:shade val="90000"/>
            <a:hueOff val="540000"/>
            <a:satOff val="-35587"/>
            <a:lumOff val="32647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2822223" y="223531"/>
        <a:ext cx="5471399" cy="5471399"/>
      </dsp:txXfrm>
    </dsp:sp>
    <dsp:sp modelId="{59DA8AC9-5E12-40C7-BCBC-F77BD60D7C66}">
      <dsp:nvSpPr>
        <dsp:cNvPr id="12" name="Circular Arrow 11"/>
        <dsp:cNvSpPr/>
      </dsp:nvSpPr>
      <dsp:spPr bwMode="white">
        <a:xfrm>
          <a:off x="2865046" y="92129"/>
          <a:ext cx="5471399" cy="5471399"/>
        </a:xfrm>
        <a:prstGeom prst="circularArrow">
          <a:avLst>
            <a:gd name="adj1" fmla="val 5000"/>
            <a:gd name="adj2" fmla="val 360000"/>
            <a:gd name="adj3" fmla="val 15839676"/>
            <a:gd name="adj4" fmla="val 11880110"/>
            <a:gd name="adj5" fmla="val 5500"/>
          </a:avLst>
        </a:prstGeom>
      </dsp:spPr>
      <dsp:style>
        <a:lnRef idx="0">
          <a:schemeClr val="accent5">
            <a:shade val="90000"/>
            <a:hueOff val="720000"/>
            <a:satOff val="-47450"/>
            <a:lumOff val="43529"/>
            <a:alpha val="100000"/>
          </a:schemeClr>
        </a:lnRef>
        <a:fillRef idx="3">
          <a:schemeClr val="accent5">
            <a:shade val="90000"/>
            <a:hueOff val="720000"/>
            <a:satOff val="-47450"/>
            <a:lumOff val="43529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2865046" y="92129"/>
        <a:ext cx="5471399" cy="5471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800000" cy="4719638"/>
        <a:chOff x="0" y="0"/>
        <a:chExt cx="10800000" cy="4719638"/>
      </a:xfrm>
    </dsp:grpSpPr>
    <dsp:sp modelId="{DB1B28CC-3994-4CB6-B1AA-304187929AB5}">
      <dsp:nvSpPr>
        <dsp:cNvPr id="3" name="Rounded Rectangle 2"/>
        <dsp:cNvSpPr/>
      </dsp:nvSpPr>
      <dsp:spPr bwMode="white">
        <a:xfrm>
          <a:off x="1868906" y="3120"/>
          <a:ext cx="2947852" cy="1768711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1.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角色出兩張手牌並決定敏捷值或</a:t>
          </a:r>
          <a:br>
            <a:rPr lang="en-US" altLang="zh-TW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長休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特殊動作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5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68906" y="3120"/>
        <a:ext cx="2947852" cy="1768711"/>
      </dsp:txXfrm>
    </dsp:sp>
    <dsp:sp modelId="{1992432F-9A12-47B5-AC46-14697353FC27}">
      <dsp:nvSpPr>
        <dsp:cNvPr id="4" name="Right Arrow 3"/>
        <dsp:cNvSpPr/>
      </dsp:nvSpPr>
      <dsp:spPr bwMode="white">
        <a:xfrm>
          <a:off x="5093856" y="521942"/>
          <a:ext cx="624945" cy="73106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4">
            <a:tint val="60000"/>
          </a:schemeClr>
        </a:lnRef>
        <a:fillRef idx="1">
          <a:schemeClr val="accent4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8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5093856" y="521942"/>
        <a:ext cx="624945" cy="731067"/>
      </dsp:txXfrm>
    </dsp:sp>
    <dsp:sp modelId="{42D5E32F-31AE-4103-AAE5-A8B90E61BFF7}">
      <dsp:nvSpPr>
        <dsp:cNvPr id="5" name="Rounded Rectangle 4"/>
        <dsp:cNvSpPr/>
      </dsp:nvSpPr>
      <dsp:spPr bwMode="white">
        <a:xfrm>
          <a:off x="5995898" y="3120"/>
          <a:ext cx="2947852" cy="1768711"/>
        </a:xfrm>
        <a:prstGeom prst="roundRect">
          <a:avLst>
            <a:gd name="adj" fmla="val 10000"/>
          </a:avLst>
        </a:prstGeom>
        <a:solidFill>
          <a:schemeClr val="accent4">
            <a:alpha val="50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2.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怪物準備階段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為所有已出現的怪物種類翻一張行動卡</a:t>
          </a:r>
        </a:p>
      </dsp:txBody>
      <dsp:txXfrm>
        <a:off x="5995898" y="3120"/>
        <a:ext cx="2947852" cy="1768711"/>
      </dsp:txXfrm>
    </dsp:sp>
    <dsp:sp modelId="{E9398425-DFC4-47C5-9DB4-DEBFD0E231FC}">
      <dsp:nvSpPr>
        <dsp:cNvPr id="6" name="Right Arrow 5"/>
        <dsp:cNvSpPr/>
      </dsp:nvSpPr>
      <dsp:spPr bwMode="white">
        <a:xfrm rot="8758801">
          <a:off x="4955945" y="1901923"/>
          <a:ext cx="939018" cy="73106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4">
            <a:tint val="60000"/>
          </a:schemeClr>
        </a:lnRef>
        <a:fillRef idx="1">
          <a:schemeClr val="accent4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28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8758801">
        <a:off x="4955945" y="1901923"/>
        <a:ext cx="939018" cy="731067"/>
      </dsp:txXfrm>
    </dsp:sp>
    <dsp:sp modelId="{ED57FD47-EF50-4F0E-83DE-D3115A2FCF7F}">
      <dsp:nvSpPr>
        <dsp:cNvPr id="7" name="Rounded Rectangle 6"/>
        <dsp:cNvSpPr/>
      </dsp:nvSpPr>
      <dsp:spPr bwMode="white">
        <a:xfrm>
          <a:off x="1907159" y="2763083"/>
          <a:ext cx="2947852" cy="1768711"/>
        </a:xfrm>
        <a:prstGeom prst="roundRect">
          <a:avLst>
            <a:gd name="adj" fmla="val 10000"/>
          </a:avLst>
        </a:prstGeom>
        <a:solidFill>
          <a:schemeClr val="accent4">
            <a:alpha val="50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3.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動作執行階段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5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並依照角色與怪物的敏捷值決定所有人行動的先後順序</a:t>
          </a:r>
          <a:br>
            <a:rPr lang="en-US" altLang="zh-TW" sz="15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5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依照敏捷值由小的開始先動作</a:t>
          </a:r>
          <a:endParaRPr lang="zh-TW" altLang="en-US" sz="15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907159" y="2763083"/>
        <a:ext cx="2947852" cy="1768711"/>
      </dsp:txXfrm>
    </dsp:sp>
    <dsp:sp modelId="{471E6044-8401-42DC-AC1E-E4AC1EFDA614}">
      <dsp:nvSpPr>
        <dsp:cNvPr id="8" name="Right Arrow 7"/>
        <dsp:cNvSpPr/>
      </dsp:nvSpPr>
      <dsp:spPr bwMode="white">
        <a:xfrm rot="-15557">
          <a:off x="5131226" y="3272575"/>
          <a:ext cx="622967" cy="73106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4">
            <a:tint val="60000"/>
          </a:schemeClr>
        </a:lnRef>
        <a:fillRef idx="1">
          <a:schemeClr val="accent4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8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15557">
        <a:off x="5131226" y="3272575"/>
        <a:ext cx="622967" cy="731067"/>
      </dsp:txXfrm>
    </dsp:sp>
    <dsp:sp modelId="{24259E71-2772-4FE8-BDEC-F51A259E9321}">
      <dsp:nvSpPr>
        <dsp:cNvPr id="9" name="Rounded Rectangle 8"/>
        <dsp:cNvSpPr/>
      </dsp:nvSpPr>
      <dsp:spPr bwMode="white">
        <a:xfrm>
          <a:off x="6030408" y="2744423"/>
          <a:ext cx="2947852" cy="1768711"/>
        </a:xfrm>
        <a:prstGeom prst="roundRect">
          <a:avLst>
            <a:gd name="adj" fmla="val 10000"/>
          </a:avLst>
        </a:prstGeom>
        <a:solidFill>
          <a:schemeClr val="accent4">
            <a:alpha val="50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4.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回合結算階段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所有人執行完動作後進行結束計算</a:t>
          </a:r>
        </a:p>
      </dsp:txBody>
      <dsp:txXfrm>
        <a:off x="6030408" y="2744423"/>
        <a:ext cx="2947852" cy="17687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800000" cy="4719638"/>
        <a:chOff x="0" y="0"/>
        <a:chExt cx="10800000" cy="4719638"/>
      </a:xfrm>
    </dsp:grpSpPr>
    <dsp:sp modelId="{DB1B28CC-3994-4CB6-B1AA-304187929AB5}">
      <dsp:nvSpPr>
        <dsp:cNvPr id="3" name="Rounded Rectangle 2"/>
        <dsp:cNvSpPr/>
      </dsp:nvSpPr>
      <dsp:spPr bwMode="white">
        <a:xfrm>
          <a:off x="1868906" y="3120"/>
          <a:ext cx="2947852" cy="1768711"/>
        </a:xfrm>
        <a:prstGeom prst="roundRect">
          <a:avLst>
            <a:gd name="adj" fmla="val 10000"/>
          </a:avLst>
        </a:prstGeom>
        <a:solidFill>
          <a:schemeClr val="accent4">
            <a:alpha val="50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1.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角色出兩張手牌並決定敏捷值或</a:t>
          </a:r>
          <a:br>
            <a:rPr lang="en-US" altLang="zh-TW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長休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特殊動作</a:t>
          </a:r>
          <a:r>
            <a:rPr lang="en-US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5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68906" y="3120"/>
        <a:ext cx="2947852" cy="1768711"/>
      </dsp:txXfrm>
    </dsp:sp>
    <dsp:sp modelId="{1992432F-9A12-47B5-AC46-14697353FC27}">
      <dsp:nvSpPr>
        <dsp:cNvPr id="4" name="Right Arrow 3"/>
        <dsp:cNvSpPr/>
      </dsp:nvSpPr>
      <dsp:spPr bwMode="white">
        <a:xfrm>
          <a:off x="5093856" y="521942"/>
          <a:ext cx="624945" cy="73106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4">
            <a:tint val="60000"/>
          </a:schemeClr>
        </a:lnRef>
        <a:fillRef idx="1">
          <a:schemeClr val="accent4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8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5093856" y="521942"/>
        <a:ext cx="624945" cy="731067"/>
      </dsp:txXfrm>
    </dsp:sp>
    <dsp:sp modelId="{42D5E32F-31AE-4103-AAE5-A8B90E61BFF7}">
      <dsp:nvSpPr>
        <dsp:cNvPr id="5" name="Rounded Rectangle 4"/>
        <dsp:cNvSpPr/>
      </dsp:nvSpPr>
      <dsp:spPr bwMode="white">
        <a:xfrm>
          <a:off x="5995898" y="3120"/>
          <a:ext cx="2947852" cy="1768711"/>
        </a:xfrm>
        <a:prstGeom prst="roundRect">
          <a:avLst>
            <a:gd name="adj" fmla="val 10000"/>
          </a:avLst>
        </a:prstGeom>
        <a:solidFill>
          <a:schemeClr val="accent4">
            <a:alpha val="50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2.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怪物準備階段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5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為所有已出現的怪物種類翻一張行動卡</a:t>
          </a:r>
        </a:p>
      </dsp:txBody>
      <dsp:txXfrm>
        <a:off x="5995898" y="3120"/>
        <a:ext cx="2947852" cy="1768711"/>
      </dsp:txXfrm>
    </dsp:sp>
    <dsp:sp modelId="{E9398425-DFC4-47C5-9DB4-DEBFD0E231FC}">
      <dsp:nvSpPr>
        <dsp:cNvPr id="6" name="Right Arrow 5"/>
        <dsp:cNvSpPr/>
      </dsp:nvSpPr>
      <dsp:spPr bwMode="white">
        <a:xfrm rot="8758801">
          <a:off x="4955945" y="1901923"/>
          <a:ext cx="939018" cy="73106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4">
            <a:tint val="60000"/>
          </a:schemeClr>
        </a:lnRef>
        <a:fillRef idx="1">
          <a:schemeClr val="accent4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28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8758801">
        <a:off x="4955945" y="1901923"/>
        <a:ext cx="939018" cy="731067"/>
      </dsp:txXfrm>
    </dsp:sp>
    <dsp:sp modelId="{ED57FD47-EF50-4F0E-83DE-D3115A2FCF7F}">
      <dsp:nvSpPr>
        <dsp:cNvPr id="7" name="Rounded Rectangle 6"/>
        <dsp:cNvSpPr/>
      </dsp:nvSpPr>
      <dsp:spPr bwMode="white">
        <a:xfrm>
          <a:off x="1907159" y="2763083"/>
          <a:ext cx="2947852" cy="1768711"/>
        </a:xfrm>
        <a:prstGeom prst="roundRect">
          <a:avLst>
            <a:gd name="adj" fmla="val 10000"/>
          </a:avLst>
        </a:prstGeom>
        <a:solidFill>
          <a:schemeClr val="accent4">
            <a:alpha val="50000"/>
          </a:schemeClr>
        </a:solidFill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3. </a:t>
          </a:r>
          <a:r>
            <a:rPr lang="zh-TW" altLang="en-US" sz="2000" b="1" kern="12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動作執行階段</a:t>
          </a:r>
          <a:endParaRPr lang="en-US" altLang="zh-TW" sz="2000" b="1" kern="1200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500" b="1" kern="12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並依照角色與怪物的敏捷值決定所有人行動的先後順序</a:t>
          </a:r>
          <a:br>
            <a:rPr lang="en-US" altLang="zh-TW" sz="1500" b="1" kern="12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500" b="1" kern="12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依照敏捷值由小的開始先動作</a:t>
          </a:r>
        </a:p>
      </dsp:txBody>
      <dsp:txXfrm>
        <a:off x="1907159" y="2763083"/>
        <a:ext cx="2947852" cy="1768711"/>
      </dsp:txXfrm>
    </dsp:sp>
    <dsp:sp modelId="{471E6044-8401-42DC-AC1E-E4AC1EFDA614}">
      <dsp:nvSpPr>
        <dsp:cNvPr id="8" name="Right Arrow 7"/>
        <dsp:cNvSpPr/>
      </dsp:nvSpPr>
      <dsp:spPr bwMode="white">
        <a:xfrm rot="-15557">
          <a:off x="5131226" y="3272575"/>
          <a:ext cx="622967" cy="73106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4">
            <a:tint val="60000"/>
          </a:schemeClr>
        </a:lnRef>
        <a:fillRef idx="1">
          <a:schemeClr val="accent4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8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TW" altLang="en-US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15557">
        <a:off x="5131226" y="3272575"/>
        <a:ext cx="622967" cy="731067"/>
      </dsp:txXfrm>
    </dsp:sp>
    <dsp:sp modelId="{24259E71-2772-4FE8-BDEC-F51A259E9321}">
      <dsp:nvSpPr>
        <dsp:cNvPr id="9" name="Rounded Rectangle 8"/>
        <dsp:cNvSpPr/>
      </dsp:nvSpPr>
      <dsp:spPr bwMode="white">
        <a:xfrm>
          <a:off x="6030408" y="2744423"/>
          <a:ext cx="2947852" cy="1768711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76200" tIns="76200" rIns="76200" bIns="76200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4. </a:t>
          </a:r>
          <a:r>
            <a:rPr lang="zh-TW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回合結算階段</a:t>
          </a:r>
          <a:endParaRPr lang="en-US" altLang="zh-TW" sz="2000" b="1" dirty="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所有人執行完動作後進行結束計算</a:t>
          </a:r>
        </a:p>
      </dsp:txBody>
      <dsp:txXfrm>
        <a:off x="6030408" y="2744423"/>
        <a:ext cx="2947852" cy="1768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srcNode" val="dummy1a"/>
                  <dgm:param type="dstNode" val="dummy1b"/>
                  <dgm:param type="begSty" val="arr"/>
                  <dgm:param type="endSty" val="noArr"/>
                  <dgm:param type="connRout" val="longCurve"/>
                  <dgm:param type="begPts" val="tL"/>
                  <dgm:param type="endPts" val="tR"/>
                </dgm:alg>
              </dgm:if>
              <dgm:else name="Name175">
                <dgm:alg type="conn">
                  <dgm:param type="srcNode" val="dummy1a"/>
                  <dgm:param type="dstNode" val="dummy1b"/>
                  <dgm:param type="begSty" val="noArr"/>
                  <dgm:param type="endSty" val="arr"/>
                  <dgm:param type="connRout" val="longCurve"/>
                  <dgm:param type="begPts" val="tL"/>
                  <dgm:param type="endPts" val="t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srcNode" val="dummy1a"/>
                  <dgm:param type="dstNode" val="dummy1b"/>
                  <dgm:param type="begSty" val="noArr"/>
                  <dgm:param type="endSty" val="arr"/>
                  <dgm:param type="connRout" val="curve"/>
                  <dgm:param type="begPts" val="tL"/>
                  <dgm:param type="endPts" val="tL"/>
                </dgm:alg>
              </dgm:if>
              <dgm:else name="Name180">
                <dgm:alg type="conn">
                  <dgm:param type="srcNode" val="dummy1a"/>
                  <dgm:param type="dstNode" val="dummy1b"/>
                  <dgm:param type="begSty" val="arr"/>
                  <dgm:param type="endSty" val="noArr"/>
                  <dgm:param type="connRout" val="curve"/>
                  <dgm:param type="begPts" val="tL"/>
                  <dgm:param type="endPts" val="tL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srcNode" val="dummy2a"/>
              <dgm:param type="dstNode" val="dummy2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85">
            <dgm:alg type="conn">
              <dgm:param type="srcNode" val="dummy2a"/>
              <dgm:param type="dstNode" val="dummy2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srcNode" val="dummy3a"/>
              <dgm:param type="dstNode" val="dummy3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89">
            <dgm:alg type="conn">
              <dgm:param type="srcNode" val="dummy3a"/>
              <dgm:param type="dstNode" val="dummy3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srcNode" val="dummy4a"/>
              <dgm:param type="dstNode" val="dummy4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93">
            <dgm:alg type="conn">
              <dgm:param type="srcNode" val="dummy4a"/>
              <dgm:param type="dstNode" val="dummy4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srcNode" val="dummy5a"/>
              <dgm:param type="dstNode" val="dummy5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97">
            <dgm:alg type="conn">
              <dgm:param type="srcNode" val="dummy5a"/>
              <dgm:param type="dstNode" val="dummy5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srcNode" val="dummy6a"/>
              <dgm:param type="dstNode" val="dummy6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201">
            <dgm:alg type="conn">
              <dgm:param type="srcNode" val="dummy6a"/>
              <dgm:param type="dstNode" val="dummy6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srcNode" val="dummy7a"/>
              <dgm:param type="dstNode" val="dummy7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205">
            <dgm:alg type="conn">
              <dgm:param type="srcNode" val="dummy7a"/>
              <dgm:param type="dstNode" val="dummy7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ZA" smtClean="0"/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ZA" smtClean="0"/>
            </a:fld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ZA" smtClean="0"/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ZA" smtClean="0"/>
            </a:fld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ZA" smtClean="0"/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3" name="Freeform: Shape 1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 dirty="0"/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360000"/>
            <a:ext cx="4416588" cy="4750386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99" y="5326386"/>
            <a:ext cx="4416587" cy="117161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32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Master subtitle style</a:t>
            </a:r>
            <a:endParaRPr lang="en-ZA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79100" y="804500"/>
            <a:ext cx="4416588" cy="381871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segue title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099" y="4623212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segue title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6769100" y="144000"/>
            <a:ext cx="5280100" cy="6048000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93000" y="2438399"/>
            <a:ext cx="38362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432000" tIns="432000" rIns="72000" bIns="1188000" anchor="t"/>
          <a:lstStyle>
            <a:lvl1pPr algn="l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47000" y="4465176"/>
            <a:ext cx="3372329" cy="7749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lIns="180000" tIns="144000" rIns="0"/>
          <a:lstStyle>
            <a:lvl1pPr marL="0" indent="0" algn="l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ZA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32000" y="2438399"/>
            <a:ext cx="5472000" cy="304440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5280100" cy="6060155"/>
          </a:xfrm>
          <a:solidFill>
            <a:schemeClr val="tx1"/>
          </a:solidFill>
        </p:spPr>
        <p:txBody>
          <a:bodyPr lIns="0" tIns="144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0" y="3263899"/>
            <a:ext cx="5472000" cy="244208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endParaRPr lang="en-ZA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55601" y="4889912"/>
            <a:ext cx="4840085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ZA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mparison Left Placeholder 1"/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12" name="Comparison Left Placeholder 2"/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3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144000" y="143999"/>
            <a:ext cx="11905200" cy="6047999"/>
          </a:xfrm>
          <a:solidFill>
            <a:schemeClr val="tx1"/>
          </a:solidFill>
        </p:spPr>
        <p:txBody>
          <a:bodyPr lIns="0" r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64900" y="4910452"/>
            <a:ext cx="4101900" cy="773546"/>
          </a:xfrm>
          <a:solidFill>
            <a:schemeClr val="bg1">
              <a:lumMod val="95000"/>
            </a:schemeClr>
          </a:solidFill>
        </p:spPr>
        <p:txBody>
          <a:bodyPr lIns="180000" tIns="72000" rIns="180000" anchor="t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Enter your caption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1764000" rIns="0" anchor="ctr"/>
          <a:lstStyle>
            <a:lvl1pPr marL="0" indent="0" algn="l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5412" y="360000"/>
            <a:ext cx="4416588" cy="471657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  <a:endParaRPr lang="en-ZA" dirty="0"/>
          </a:p>
        </p:txBody>
      </p:sp>
      <p:sp>
        <p:nvSpPr>
          <p:cNvPr id="3" name="Text Placeholder 5"/>
          <p:cNvSpPr>
            <a:spLocks noGrp="1"/>
          </p:cNvSpPr>
          <p:nvPr>
            <p:ph type="subTitle" idx="1" hasCustomPrompt="1"/>
          </p:nvPr>
        </p:nvSpPr>
        <p:spPr>
          <a:xfrm>
            <a:off x="7415413" y="5076572"/>
            <a:ext cx="4416587" cy="1421429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468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Full Name</a:t>
            </a:r>
            <a:endParaRPr lang="en-ZA" dirty="0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948708" y="5540135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Phone Number</a:t>
            </a:r>
            <a:endParaRPr lang="en-ZA" dirty="0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7948708" y="5809779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Email or Social Media Handle</a:t>
            </a:r>
            <a:endParaRPr lang="en-ZA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7948708" y="6079423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Company Website</a:t>
            </a:r>
            <a:endParaRPr lang="en-Z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3" name="Freeform: Shape 1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 b="1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 sz="2800"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 dirty="0"/>
              <a:t>Edit Master text styles</a:t>
            </a:r>
            <a:endParaRPr lang="en-US" altLang="zh-TW" dirty="0"/>
          </a:p>
          <a:p>
            <a:pPr lvl="1"/>
            <a:r>
              <a:rPr lang="en-US" altLang="zh-TW" dirty="0"/>
              <a:t>Second level</a:t>
            </a:r>
            <a:endParaRPr lang="en-US" altLang="zh-TW" dirty="0"/>
          </a:p>
          <a:p>
            <a:pPr lvl="2"/>
            <a:r>
              <a:rPr lang="en-US" altLang="zh-TW" dirty="0"/>
              <a:t>Third level</a:t>
            </a:r>
            <a:endParaRPr lang="en-US" altLang="zh-TW" dirty="0"/>
          </a:p>
          <a:p>
            <a:pPr lvl="3"/>
            <a:r>
              <a:rPr lang="en-US" altLang="zh-TW" dirty="0"/>
              <a:t>Fourth level</a:t>
            </a:r>
            <a:endParaRPr lang="en-US" altLang="zh-TW" dirty="0"/>
          </a:p>
          <a:p>
            <a:pPr lvl="4"/>
            <a:r>
              <a:rPr lang="en-US" altLang="zh-TW" dirty="0"/>
              <a:t>Fifth level</a:t>
            </a:r>
            <a:endParaRPr lang="en-ZA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32000" y="431999"/>
            <a:ext cx="11340000" cy="918237"/>
          </a:xfrm>
        </p:spPr>
        <p:txBody>
          <a:bodyPr/>
          <a:lstStyle>
            <a:lvl1pPr>
              <a:defRPr sz="40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Z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3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TW"/>
              <a:t>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3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3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ZA" dirty="0"/>
              <a:t>Add a footer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</p:spPr>
        <p:txBody>
          <a:bodyPr/>
          <a:lstStyle/>
          <a:p>
            <a:fld id="{19B51A1E-902D-48AF-9020-955120F399B6}" type="slidenum">
              <a:rPr lang="en-ZA" smtClean="0"/>
            </a:fld>
            <a:endParaRPr lang="en-ZA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95896" y="1083174"/>
            <a:ext cx="8623663" cy="2387600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5896" y="3562849"/>
            <a:ext cx="86236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16" y="322272"/>
            <a:ext cx="11340000" cy="986602"/>
          </a:xfrm>
        </p:spPr>
        <p:txBody>
          <a:bodyPr/>
          <a:lstStyle>
            <a:lvl1pPr>
              <a:defRPr sz="48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81912"/>
            <a:ext cx="11340000" cy="4718304"/>
          </a:xfrm>
        </p:spPr>
        <p:txBody>
          <a:bodyPr anchor="t"/>
          <a:lstStyle>
            <a:lvl1pPr algn="l"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632" y="6148626"/>
            <a:ext cx="12192000" cy="66675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ZA" sz="20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											         </a:t>
            </a:r>
            <a:fld id="{A92BB4FB-1C18-4FA7-BD73-6285B7FF2180}" type="slidenum">
              <a:rPr lang="en-ZA" sz="2000" i="1" baseline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fld>
            <a:endParaRPr lang="en-ZA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1999"/>
            <a:ext cx="11340000" cy="97805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page title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40000" cy="43775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" name="Freeform: Shape 17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Rockwell" panose="02060603020205020403" pitchFamily="18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</a:t>
            </a:r>
            <a:r>
              <a:rPr lang="en-US" altLang="zh-CN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——</a:t>
            </a:r>
            <a:r>
              <a:rPr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卡牌</a:t>
            </a:r>
            <a:endParaRPr lang="zh-CN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1581912"/>
            <a:ext cx="7919749" cy="4718304"/>
          </a:xfrm>
        </p:spPr>
        <p:txBody>
          <a:bodyPr/>
          <a:lstStyle/>
          <a:p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角色卡牌由上半部行動，下半部行動和中間的敏捷值三個部分組成</a:t>
            </a:r>
            <a:endParaRPr lang="en-US" altLang="zh-TW" sz="2800" b="0" dirty="0">
              <a:latin typeface="Arial" panose="020B060402020202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每個角色都擁有</a:t>
            </a:r>
            <a:r>
              <a:rPr lang="zh-CN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若干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張卡牌，角色的行動由卡牌決定</a:t>
            </a:r>
            <a:endParaRPr lang="en-US" altLang="zh-TW" sz="2800" b="0" dirty="0">
              <a:latin typeface="Arial" panose="020B060402020202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卡牌技能後面的數字代表該技能的數值</a:t>
            </a:r>
            <a:b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如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Attack 3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指對目標造成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點傷害，</a:t>
            </a:r>
            <a:b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而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move 5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代表角色可</a:t>
            </a:r>
            <a:r>
              <a:rPr lang="zh-TW" altLang="en-US" sz="2800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至多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移動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步</a:t>
            </a:r>
            <a:endParaRPr lang="zh-CN" altLang="en-US" sz="2800" b="0" dirty="0">
              <a:latin typeface="Arial" panose="020B060402020202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4" name="群組 6"/>
          <p:cNvGrpSpPr/>
          <p:nvPr/>
        </p:nvGrpSpPr>
        <p:grpSpPr>
          <a:xfrm>
            <a:off x="8662084" y="1528340"/>
            <a:ext cx="2698468" cy="3801320"/>
            <a:chOff x="7752127" y="3250830"/>
            <a:chExt cx="2102273" cy="2961463"/>
          </a:xfrm>
        </p:grpSpPr>
        <p:pic>
          <p:nvPicPr>
            <p:cNvPr id="5" name="圖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52127" y="3250830"/>
              <a:ext cx="2102273" cy="2961463"/>
            </a:xfrm>
            <a:prstGeom prst="rect">
              <a:avLst/>
            </a:prstGeom>
          </p:spPr>
        </p:pic>
        <p:pic>
          <p:nvPicPr>
            <p:cNvPr id="6" name="圖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3380" y="4112833"/>
              <a:ext cx="1619250" cy="4401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怪物</a:t>
            </a:r>
            <a:r>
              <a:rPr lang="en-US" altLang="zh-CN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——</a:t>
            </a:r>
            <a:r>
              <a:rPr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卡牌</a:t>
            </a:r>
            <a:endParaRPr lang="zh-CN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1581912"/>
            <a:ext cx="7919749" cy="4718304"/>
          </a:xfrm>
        </p:spPr>
        <p:txBody>
          <a:bodyPr/>
          <a:lstStyle/>
          <a:p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卡牌由敏捷值、多條技能和重洗標記組成</a:t>
            </a:r>
            <a:endParaRPr lang="en-US" altLang="zh-TW" sz="2800" b="0" dirty="0">
              <a:latin typeface="Arial" panose="020B060402020202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每種怪物擁有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張卡牌，怪物的行動由卡牌決定</a:t>
            </a:r>
            <a:endParaRPr lang="en-US" altLang="zh-TW" sz="2800" b="0" dirty="0">
              <a:latin typeface="Arial" panose="020B060402020202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卡牌技能後面的數字代表該技能的調整值</a:t>
            </a:r>
            <a:b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如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Attack +1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表示怪物對目標造成本身基礎攻擊</a:t>
            </a:r>
            <a:r>
              <a:rPr lang="en-US" altLang="zh-TW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+1</a:t>
            </a:r>
            <a:r>
              <a:rPr lang="zh-TW" altLang="en-US" sz="2800" b="0" dirty="0">
                <a:latin typeface="Arial" panose="020B06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的傷害</a:t>
            </a:r>
            <a:endParaRPr lang="zh-CN" altLang="en-US" sz="2800" b="0" dirty="0">
              <a:latin typeface="Arial" panose="020B0604020202020204" pitchFamily="34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7" name="群組 8"/>
          <p:cNvGrpSpPr>
            <a:grpSpLocks noChangeAspect="1"/>
          </p:cNvGrpSpPr>
          <p:nvPr/>
        </p:nvGrpSpPr>
        <p:grpSpPr>
          <a:xfrm>
            <a:off x="8775740" y="1464547"/>
            <a:ext cx="2700000" cy="1802394"/>
            <a:chOff x="7227277" y="894703"/>
            <a:chExt cx="4679515" cy="3123825"/>
          </a:xfrm>
        </p:grpSpPr>
        <p:grpSp>
          <p:nvGrpSpPr>
            <p:cNvPr id="8" name="群組 3"/>
            <p:cNvGrpSpPr/>
            <p:nvPr/>
          </p:nvGrpSpPr>
          <p:grpSpPr>
            <a:xfrm>
              <a:off x="7227277" y="894703"/>
              <a:ext cx="4679515" cy="3123825"/>
              <a:chOff x="7227277" y="894703"/>
              <a:chExt cx="4679515" cy="3123825"/>
            </a:xfrm>
          </p:grpSpPr>
          <p:pic>
            <p:nvPicPr>
              <p:cNvPr id="10" name="圖片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227277" y="894703"/>
                <a:ext cx="4679515" cy="3123825"/>
              </a:xfrm>
              <a:prstGeom prst="rect">
                <a:avLst/>
              </a:prstGeom>
            </p:spPr>
          </p:pic>
          <p:pic>
            <p:nvPicPr>
              <p:cNvPr id="11" name="圖片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82453" y="924565"/>
                <a:ext cx="975947" cy="384309"/>
              </a:xfrm>
              <a:prstGeom prst="rect">
                <a:avLst/>
              </a:prstGeom>
            </p:spPr>
          </p:pic>
        </p:grpSp>
        <p:pic>
          <p:nvPicPr>
            <p:cNvPr id="9" name="圖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5882" y="1808859"/>
              <a:ext cx="1882303" cy="647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每輪流程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動作執行階段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2000" y="1581912"/>
            <a:ext cx="10800000" cy="4718304"/>
          </a:xfrm>
        </p:spPr>
        <p:txBody>
          <a:bodyPr/>
          <a:lstStyle/>
          <a:p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角色與怪物的操作有各自不同的模式</a:t>
            </a:r>
            <a:endParaRPr lang="en-US" altLang="zh-TW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" name="群組 3"/>
          <p:cNvGrpSpPr>
            <a:grpSpLocks noChangeAspect="1"/>
          </p:cNvGrpSpPr>
          <p:nvPr/>
        </p:nvGrpSpPr>
        <p:grpSpPr>
          <a:xfrm>
            <a:off x="432000" y="2162033"/>
            <a:ext cx="2700000" cy="3803478"/>
            <a:chOff x="7752127" y="3250830"/>
            <a:chExt cx="2102273" cy="2961463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52127" y="3250830"/>
              <a:ext cx="2102273" cy="2961463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3380" y="4112833"/>
              <a:ext cx="1619250" cy="440117"/>
            </a:xfrm>
            <a:prstGeom prst="rect">
              <a:avLst/>
            </a:prstGeom>
          </p:spPr>
        </p:pic>
      </p:grpSp>
      <p:grpSp>
        <p:nvGrpSpPr>
          <p:cNvPr id="9" name="群組 8"/>
          <p:cNvGrpSpPr>
            <a:grpSpLocks noChangeAspect="1"/>
          </p:cNvGrpSpPr>
          <p:nvPr/>
        </p:nvGrpSpPr>
        <p:grpSpPr>
          <a:xfrm>
            <a:off x="3218579" y="2179704"/>
            <a:ext cx="2700000" cy="3785807"/>
            <a:chOff x="9954984" y="3250830"/>
            <a:chExt cx="2112086" cy="2961463"/>
          </a:xfrm>
        </p:grpSpPr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4984" y="3250830"/>
              <a:ext cx="2112086" cy="2961463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7018" y="5392953"/>
              <a:ext cx="1488018" cy="493998"/>
            </a:xfrm>
            <a:prstGeom prst="rect">
              <a:avLst/>
            </a:prstGeom>
          </p:spPr>
        </p:pic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01402" y="4181413"/>
              <a:ext cx="1619250" cy="440117"/>
            </a:xfrm>
            <a:prstGeom prst="rect">
              <a:avLst/>
            </a:prstGeom>
          </p:spPr>
        </p:pic>
      </p:grpSp>
      <p:grpSp>
        <p:nvGrpSpPr>
          <p:cNvPr id="13" name="群組 12"/>
          <p:cNvGrpSpPr>
            <a:grpSpLocks noChangeAspect="1"/>
          </p:cNvGrpSpPr>
          <p:nvPr/>
        </p:nvGrpSpPr>
        <p:grpSpPr>
          <a:xfrm>
            <a:off x="7225290" y="2179704"/>
            <a:ext cx="2700000" cy="1802394"/>
            <a:chOff x="7227277" y="894703"/>
            <a:chExt cx="4679515" cy="3123825"/>
          </a:xfrm>
        </p:grpSpPr>
        <p:grpSp>
          <p:nvGrpSpPr>
            <p:cNvPr id="14" name="群組 13"/>
            <p:cNvGrpSpPr/>
            <p:nvPr/>
          </p:nvGrpSpPr>
          <p:grpSpPr>
            <a:xfrm>
              <a:off x="7227277" y="894703"/>
              <a:ext cx="4679515" cy="3123825"/>
              <a:chOff x="7227277" y="894703"/>
              <a:chExt cx="4679515" cy="3123825"/>
            </a:xfrm>
          </p:grpSpPr>
          <p:pic>
            <p:nvPicPr>
              <p:cNvPr id="16" name="圖片 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7277" y="894703"/>
                <a:ext cx="4679515" cy="3123825"/>
              </a:xfrm>
              <a:prstGeom prst="rect">
                <a:avLst/>
              </a:prstGeom>
            </p:spPr>
          </p:pic>
          <p:pic>
            <p:nvPicPr>
              <p:cNvPr id="17" name="圖片 1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82453" y="924565"/>
                <a:ext cx="975947" cy="384309"/>
              </a:xfrm>
              <a:prstGeom prst="rect">
                <a:avLst/>
              </a:prstGeom>
            </p:spPr>
          </p:pic>
        </p:grpSp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25882" y="1808859"/>
              <a:ext cx="1882303" cy="647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每輪流程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2000" y="1581912"/>
            <a:ext cx="7314962" cy="471830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從打出的牌中，選擇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一張技能卡的上半部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另一張的下半部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來執行（順序與以哪張作為敏捷值沒有關係）</a:t>
            </a:r>
            <a:endParaRPr lang="en-US" altLang="zh-TW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上往下依序執行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技能卡內的動作</a:t>
            </a:r>
            <a:endParaRPr lang="en-US" altLang="zh-TW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每執行完一張，則將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該牌移動到棄牌堆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7746962" y="1581912"/>
            <a:ext cx="2102273" cy="2961463"/>
            <a:chOff x="7752127" y="3250830"/>
            <a:chExt cx="2102273" cy="2961463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52127" y="3250830"/>
              <a:ext cx="2102273" cy="2961463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3380" y="4112833"/>
              <a:ext cx="1619250" cy="440117"/>
            </a:xfrm>
            <a:prstGeom prst="rect">
              <a:avLst/>
            </a:prstGeom>
          </p:spPr>
        </p:pic>
      </p:grpSp>
      <p:grpSp>
        <p:nvGrpSpPr>
          <p:cNvPr id="11" name="群組 10"/>
          <p:cNvGrpSpPr/>
          <p:nvPr/>
        </p:nvGrpSpPr>
        <p:grpSpPr>
          <a:xfrm>
            <a:off x="9949819" y="1581912"/>
            <a:ext cx="2112086" cy="2961463"/>
            <a:chOff x="9954984" y="3250830"/>
            <a:chExt cx="2112086" cy="2961463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4984" y="3250830"/>
              <a:ext cx="2112086" cy="2961463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7018" y="5392953"/>
              <a:ext cx="1488018" cy="493998"/>
            </a:xfrm>
            <a:prstGeom prst="rect">
              <a:avLst/>
            </a:prstGeom>
          </p:spPr>
        </p:pic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01402" y="4181413"/>
              <a:ext cx="1619250" cy="440117"/>
            </a:xfrm>
            <a:prstGeom prst="rect">
              <a:avLst/>
            </a:prstGeom>
          </p:spPr>
        </p:pic>
      </p:grpSp>
      <p:sp>
        <p:nvSpPr>
          <p:cNvPr id="12" name="文字方塊 11"/>
          <p:cNvSpPr txBox="1"/>
          <p:nvPr/>
        </p:nvSpPr>
        <p:spPr>
          <a:xfrm>
            <a:off x="331416" y="5099887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※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舉例：本輪打出右邊兩張卡，有四種選擇</a:t>
            </a:r>
            <a:endParaRPr lang="en-US" altLang="zh-TW" sz="240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1.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步→回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血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	2.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回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血→走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	3.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步→打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點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	4.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打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點→走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</a:t>
            </a:r>
            <a:endParaRPr lang="zh-TW" altLang="en-US" sz="240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endParaRPr lang="zh-TW" altLang="en-US" sz="240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遊戲流程</a:t>
            </a:r>
            <a:endParaRPr lang="zh-TW" altLang="en-US" dirty="0"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遊戲流程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431800" y="432707"/>
          <a:ext cx="11339513" cy="5868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每輪流程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331416" y="1308874"/>
          <a:ext cx="10800000" cy="471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每輪流程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怪物準備階段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依照所有角色和怪物的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敏捷值，由小到大排序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</a:t>
            </a:r>
            <a:r>
              <a:rPr lang="zh-TW" altLang="en-US" b="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角色與怪物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敏捷相同，則角色先動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</a:t>
            </a:r>
            <a:r>
              <a:rPr lang="zh-TW" altLang="en-US" b="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角色與角色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敏捷相同，則看另一張敏捷值，小的先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若還是相同，則由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角色代號字母序小的先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</a:t>
            </a:r>
            <a:r>
              <a:rPr lang="zh-TW" altLang="en-US" b="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怪物與怪物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敏捷相同，則由怪物名字字母序小的先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怪物以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進行排序，而非以每個怪物進行排序</a:t>
            </a:r>
            <a:endParaRPr lang="en-US" altLang="zh-TW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每輪流程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動作執行階段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2000" y="1581912"/>
            <a:ext cx="7314962" cy="471830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從打出的牌中，選擇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一張技能卡的上半部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另一張的下半部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來執行（順序與以哪張作為敏捷值沒有關係）</a:t>
            </a:r>
            <a:endParaRPr lang="en-US" altLang="zh-TW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上往下依序執行</a:t>
            </a: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技能卡內的動作</a:t>
            </a:r>
            <a:endParaRPr lang="en-US" altLang="zh-TW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zh-TW" altLang="en-US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每執行完一張，則將</a:t>
            </a:r>
            <a:r>
              <a:rPr lang="zh-TW" altLang="en-US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該牌移動到棄牌堆</a:t>
            </a:r>
            <a:endParaRPr lang="en-US" altLang="zh-TW" b="0" dirty="0">
              <a:solidFill>
                <a:schemeClr val="accent4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7746962" y="1581912"/>
            <a:ext cx="2102273" cy="2961463"/>
            <a:chOff x="7752127" y="3250830"/>
            <a:chExt cx="2102273" cy="2961463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52127" y="3250830"/>
              <a:ext cx="2102273" cy="2961463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3380" y="4112833"/>
              <a:ext cx="1619250" cy="440117"/>
            </a:xfrm>
            <a:prstGeom prst="rect">
              <a:avLst/>
            </a:prstGeom>
          </p:spPr>
        </p:pic>
      </p:grpSp>
      <p:grpSp>
        <p:nvGrpSpPr>
          <p:cNvPr id="11" name="群組 10"/>
          <p:cNvGrpSpPr/>
          <p:nvPr/>
        </p:nvGrpSpPr>
        <p:grpSpPr>
          <a:xfrm>
            <a:off x="9949819" y="1581912"/>
            <a:ext cx="2112086" cy="2961463"/>
            <a:chOff x="9954984" y="3250830"/>
            <a:chExt cx="2112086" cy="2961463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4984" y="3250830"/>
              <a:ext cx="2112086" cy="2961463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7018" y="5392953"/>
              <a:ext cx="1488018" cy="493998"/>
            </a:xfrm>
            <a:prstGeom prst="rect">
              <a:avLst/>
            </a:prstGeom>
          </p:spPr>
        </p:pic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01402" y="4181413"/>
              <a:ext cx="1619250" cy="440117"/>
            </a:xfrm>
            <a:prstGeom prst="rect">
              <a:avLst/>
            </a:prstGeom>
          </p:spPr>
        </p:pic>
      </p:grpSp>
      <p:sp>
        <p:nvSpPr>
          <p:cNvPr id="12" name="文字方塊 11"/>
          <p:cNvSpPr txBox="1"/>
          <p:nvPr/>
        </p:nvSpPr>
        <p:spPr>
          <a:xfrm>
            <a:off x="331416" y="5099887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※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舉例：本輪打出右邊兩張卡，有四種選擇</a:t>
            </a:r>
            <a:endParaRPr lang="en-US" altLang="zh-TW" sz="240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1.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步→回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血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	2.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回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血→走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	3.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步→打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點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	4. 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打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點→走</a:t>
            </a:r>
            <a:r>
              <a:rPr lang="en-US" altLang="zh-TW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步</a:t>
            </a:r>
            <a:endParaRPr lang="zh-TW" altLang="en-US" sz="240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endParaRPr lang="zh-TW" altLang="en-US" sz="240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每輪流程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</p:nvPr>
        </p:nvGraphicFramePr>
        <p:xfrm>
          <a:off x="331416" y="1308874"/>
          <a:ext cx="10800000" cy="471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內容版面配置區 1"/>
          <p:cNvGraphicFramePr>
            <a:graphicFrameLocks noGrp="1"/>
          </p:cNvGraphicFramePr>
          <p:nvPr>
            <p:ph idx="1"/>
          </p:nvPr>
        </p:nvGraphicFramePr>
        <p:xfrm>
          <a:off x="432000" y="1512000"/>
          <a:ext cx="11339830" cy="25603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940560"/>
                <a:gridCol w="1654175"/>
                <a:gridCol w="1646555"/>
                <a:gridCol w="6098540"/>
              </a:tblGrid>
              <a:tr h="248920">
                <a:tc rowSpan="4">
                  <a:txBody>
                    <a:bodyPr/>
                    <a:p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所有角色資料</a:t>
                      </a:r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共</a:t>
                      </a:r>
                      <a:endParaRPr lang="en-US" altLang="zh-TW" b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en-US" altLang="zh-TW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m * (n + 2)  + 1</a:t>
                      </a:r>
                      <a:endParaRPr lang="en-US" altLang="zh-TW" b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行</a:t>
                      </a:r>
                      <a:endParaRPr lang="zh-TW" altLang="en-US" b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gridSpan="3">
                  <a:txBody>
                    <a:bodyPr/>
                    <a:p>
                      <a:r>
                        <a:rPr lang="en-US" altLang="zh-TW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m </a:t>
                      </a:r>
                      <a:r>
                        <a:rPr lang="zh-TW" altLang="en-US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（表示有</a:t>
                      </a:r>
                      <a:r>
                        <a:rPr lang="en-US" altLang="zh-TW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m</a:t>
                      </a:r>
                      <a:r>
                        <a:rPr lang="zh-TW" altLang="en-US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隻角色資料，</a:t>
                      </a:r>
                      <a:r>
                        <a:rPr lang="en-US" altLang="zh-TW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行</a:t>
                      </a:r>
                      <a:r>
                        <a:rPr lang="zh-TW" altLang="en-US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）</a:t>
                      </a:r>
                      <a:endParaRPr lang="zh-TW" altLang="en-US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 vMerge="1">
                  <a:tcPr/>
                </a:tc>
                <a:tc rowSpan="3">
                  <a:txBody>
                    <a:bodyPr/>
                    <a:p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單一角色資料</a:t>
                      </a:r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共 </a:t>
                      </a:r>
                      <a:r>
                        <a:rPr lang="en-US" altLang="zh-TW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n + 2 </a:t>
                      </a:r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行</a:t>
                      </a:r>
                      <a:endParaRPr lang="zh-TW" altLang="en-US" b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角色的基本資料（包含角色名稱、角色血量、角色起始手牌數量</a:t>
                      </a:r>
                      <a:r>
                        <a:rPr lang="zh-TW" altLang="en-US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en-US" altLang="zh-TW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行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）</a:t>
                      </a:r>
                      <a:endParaRPr lang="zh-TW" altLang="en-US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0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p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n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（表示此角色可選手牌有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n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張</a:t>
                      </a:r>
                      <a:r>
                        <a:rPr lang="zh-TW" altLang="en-US" b="0" baseline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en-US" altLang="zh-TW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行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）</a:t>
                      </a:r>
                      <a:endParaRPr lang="zh-TW" altLang="en-US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14056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單一手牌資料</a:t>
                      </a:r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1800" b="0" kern="1200" baseline="-250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共 </a:t>
                      </a:r>
                      <a:r>
                        <a:rPr lang="en-US" altLang="zh-TW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1 </a:t>
                      </a:r>
                      <a:r>
                        <a:rPr lang="zh-TW" altLang="en-US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行</a:t>
                      </a:r>
                      <a:endParaRPr lang="zh-TW" altLang="en-US" b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單張手牌內容（包含卡片編號、敏捷值、上半部技能敘述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、上半部技能敘述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2…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、一個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號、下半部技能敘述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、下半部技能敘述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2…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備註：</a:t>
                      </a:r>
                      <a:r>
                        <a:rPr lang="en-US" altLang="zh-TW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 -</a:t>
                      </a:r>
                      <a:r>
                        <a:rPr lang="zh-TW" altLang="en-US" b="0" dirty="0"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號是用來分隔上半部技能敘述和下半部技能敘述）</a:t>
                      </a:r>
                      <a:endParaRPr lang="zh-TW" altLang="en-US" b="0" dirty="0"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1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056AFF"/>
      </a:accent1>
      <a:accent2>
        <a:srgbClr val="FF391E"/>
      </a:accent2>
      <a:accent3>
        <a:srgbClr val="A1CC18"/>
      </a:accent3>
      <a:accent4>
        <a:srgbClr val="FFC000"/>
      </a:accent4>
      <a:accent5>
        <a:srgbClr val="1554B2"/>
      </a:accent5>
      <a:accent6>
        <a:srgbClr val="8BB20C"/>
      </a:accent6>
      <a:hlink>
        <a:srgbClr val="056AFF"/>
      </a:hlink>
      <a:folHlink>
        <a:srgbClr val="056AFF"/>
      </a:folHlink>
    </a:clrScheme>
    <a:fontScheme name="Custom 150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83186">
              <a:schemeClr val="tx1"/>
            </a:gs>
            <a:gs pos="0">
              <a:schemeClr val="accent1">
                <a:alpha val="50000"/>
              </a:schemeClr>
            </a:gs>
            <a:gs pos="46000">
              <a:schemeClr val="accent1">
                <a:lumMod val="50000"/>
                <a:alpha val="90000"/>
              </a:schemeClr>
            </a:gs>
          </a:gsLst>
          <a:lin ang="3600000" scaled="0"/>
        </a:gradFill>
      </a:spPr>
      <a:bodyPr vert="horz" lIns="72000" tIns="180000" rIns="180000" bIns="0" rtlCol="0" anchor="t">
        <a:noAutofit/>
      </a:bodyPr>
      <a:lstStyle>
        <a:defPPr algn="r">
          <a:lnSpc>
            <a:spcPts val="4700"/>
          </a:lnSpc>
          <a:spcBef>
            <a:spcPct val="0"/>
          </a:spcBef>
          <a:defRPr sz="4500">
            <a:solidFill>
              <a:schemeClr val="bg1"/>
            </a:solidFill>
            <a:latin typeface="Rockwell" panose="02060603020205020403" pitchFamily="18" charset="0"/>
            <a:ea typeface="+mj-ea"/>
            <a:cs typeface="+mj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��
</file>

<file path=customXml/item2.xml>��
</file>

<file path=customXml/item3.xml>��
</file>

<file path=customXml/itemProps1.xml><?xml version="1.0" encoding="utf-8"?>
<ds:datastoreItem xmlns:ds="http://schemas.openxmlformats.org/officeDocument/2006/customXml" ds:itemID="{48C293F8-77ED-4308-9510-42C4916053E8}">
  <ds:schemaRefs/>
</ds:datastoreItem>
</file>

<file path=customXml/itemProps2.xml><?xml version="1.0" encoding="utf-8"?>
<ds:datastoreItem xmlns:ds="http://schemas.openxmlformats.org/officeDocument/2006/customXml" ds:itemID="{63187D03-0FFE-462E-89DC-A8D6A4191F45}">
  <ds:schemaRefs/>
</ds:datastoreItem>
</file>

<file path=customXml/itemProps3.xml><?xml version="1.0" encoding="utf-8"?>
<ds:datastoreItem xmlns:ds="http://schemas.openxmlformats.org/officeDocument/2006/customXml" ds:itemID="{30E3B5D8-DD83-4EF2-AEF0-4271FA44898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wood presentation</Template>
  <TotalTime>0</TotalTime>
  <Words>1076</Words>
  <Application>WPS Presentation</Application>
  <PresentationFormat>寬螢幕</PresentationFormat>
  <Paragraphs>112</Paragraphs>
  <Slides>11</Slides>
  <Notes>2</Notes>
  <HiddenSlides>0</HiddenSlides>
  <MMClips>2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Rockwell</vt:lpstr>
      <vt:lpstr>標楷體</vt:lpstr>
      <vt:lpstr>Calibri</vt:lpstr>
      <vt:lpstr>Times New Roman</vt:lpstr>
      <vt:lpstr>微軟正黑體</vt:lpstr>
      <vt:lpstr>Calibri Light</vt:lpstr>
      <vt:lpstr>Microsoft YaHei</vt:lpstr>
      <vt:lpstr>Arial Unicode MS</vt:lpstr>
      <vt:lpstr>Consolas</vt:lpstr>
      <vt:lpstr>等线</vt:lpstr>
      <vt:lpstr>新細明體</vt:lpstr>
      <vt:lpstr>Office Theme</vt:lpstr>
      <vt:lpstr>角色——卡牌</vt:lpstr>
      <vt:lpstr>怪物——卡牌</vt:lpstr>
      <vt:lpstr>每輪流程(動作執行階段)</vt:lpstr>
      <vt:lpstr>每輪流程(動作執行階段)-角色</vt:lpstr>
      <vt:lpstr>遊戲流程</vt:lpstr>
      <vt:lpstr>遊戲流程</vt:lpstr>
      <vt:lpstr>每輪流程</vt:lpstr>
      <vt:lpstr>每輪流程(怪物準備階段)</vt:lpstr>
      <vt:lpstr>每輪流程(動作執行階段)-角色</vt:lpstr>
      <vt:lpstr>每輪流程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ray</cp:lastModifiedBy>
  <cp:revision>2</cp:revision>
  <dcterms:created xsi:type="dcterms:W3CDTF">2018-07-29T14:34:00Z</dcterms:created>
  <dcterms:modified xsi:type="dcterms:W3CDTF">2024-03-31T10:07:01Z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  <property fmtid="{D5CDD505-2E9C-101B-9397-08002B2CF9AE}" pid="3" name="ICV">
    <vt:lpwstr>CF5996C25BD743668CF6D477A3D2C599_12</vt:lpwstr>
  </property>
  <property fmtid="{D5CDD505-2E9C-101B-9397-08002B2CF9AE}" pid="4" name="KSOProductBuildVer">
    <vt:lpwstr>1033-12.2.0.13489</vt:lpwstr>
  </property>
</Properties>
</file>